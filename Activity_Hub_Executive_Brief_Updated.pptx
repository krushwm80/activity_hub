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1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Walmart Activity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Store Operations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220"/>
                </a:solidFill>
              </a:defRPr>
            </a:pPr>
            <a:r>
              <a:t>$227K Year 1 Investment | $27M Annual Value | 694%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1CE"/>
                </a:solidFill>
              </a:defRPr>
            </a:pPr>
            <a:r>
              <a:t>Enterprise-Scale Store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1CE"/>
                </a:solidFill>
              </a:defRPr>
            </a:pPr>
            <a:r>
              <a:t>Platform Scale &amp; Reach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🏪 4,700+ Walmart US stores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👥 50,000+ target users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🌍 5 regional deployments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📊 Real-time data processing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🔐 8 role-based access levels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🤖 AI-powered insights (Sparky)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9600"/>
                </a:solidFill>
              </a:defRPr>
            </a:pPr>
            <a:r>
              <a:t>Status: Production Ready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657600" cy="2286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Enterprise Architecture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⚛️ React 18 + TypeScript frontend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🐍 FastAPI microservices backend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🗄️ PostgreSQL + Redis caching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🔌 WebSocket real-time updates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🤖 OpenAI &amp; ML integration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🐳 Docker + Kubernetes ready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71CE"/>
                </a:solidFill>
              </a:defRPr>
            </a:pPr>
            <a:r>
              <a:t>Complexity Rating: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0000"/>
                </a:solidFill>
              </a:defRPr>
            </a:pPr>
            <a:r>
              <a:t>The Problem We're Solving: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❌ Disconnected tools causing 4-6 hours/week per user inefficiency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❌ No centralized visibility across 4,700+ store operations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❌ Manual activity tracking costing $3.1M annually in lost productivity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❌ 30-40% message overlap creating store communication confusion</a:t>
            </a:r>
          </a:p>
          <a:p>
            <a:pPr>
              <a:spcAft>
                <a:spcPts val="400"/>
              </a:spcAft>
              <a:defRPr sz="1500">
                <a:solidFill>
                  <a:srgbClr val="323232"/>
                </a:solidFill>
              </a:defRPr>
            </a:pPr>
            <a:r>
              <a:t>❌ 30% time wasted on administrative tasks across all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1CE"/>
                </a:solidFill>
              </a:defRPr>
            </a:pPr>
            <a:r>
              <a:t>Year 1 Investment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256032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1CE"/>
                </a:solidFill>
              </a:defRPr>
            </a:pPr>
            <a:r>
              <a:t>💻 Development Costs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React Frontend: $35,000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FastAPI Backend: $50,000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AI/ML Integration: $15,000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Core Features (12): $36,000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Advanced Features (4): $12,000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Security (Advanced RBAC): $10,000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Integration &amp; Testing (15%): $29,700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600" b="1">
                <a:solidFill>
                  <a:srgbClr val="0071CE"/>
                </a:solidFill>
              </a:defRPr>
            </a:pPr>
            <a:r>
              <a:t>Development Total: $187,700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256032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00"/>
                </a:solidFill>
              </a:defRPr>
            </a:pPr>
            <a:r>
              <a:t>☁️ Infrastructure (Year 1)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Cloud Hosting: $25,000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Database (PostgreSQL): $8,000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Redis Caching: $3,000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  <a:r>
              <a:t>Monitoring &amp; Logging: $4,000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Infrastructure Total: $40,000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800" b="1">
                <a:solidFill>
                  <a:srgbClr val="009600"/>
                </a:solidFill>
              </a:defRPr>
            </a:pPr>
            <a:r>
              <a:t>YEAR 1 TOTAL: $227,700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solidFill>
            <a:srgbClr val="FFFAF0"/>
          </a:solidFill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6400"/>
                </a:solidFill>
              </a:defRPr>
            </a:pPr>
            <a:r>
              <a:t>💰 Return on Investment Analysis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</a:p>
          <a:p>
            <a:pPr>
              <a:defRPr sz="1500" b="1">
                <a:solidFill>
                  <a:srgbClr val="323232"/>
                </a:solidFill>
              </a:defRPr>
            </a:pPr>
            <a:r>
              <a:t>Year 1 Investment: $227,700 (documented, platform-assessed cost)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Annual Benefits: $27,000,000 (time savings, productivity, better decisions)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3-Year Total Benefits: $81,000,000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  <a:r>
              <a:t>3-Year Net Value: $80,772,300</a:t>
            </a:r>
          </a:p>
          <a:p>
            <a:pPr>
              <a:defRPr sz="1500" b="0">
                <a:solidFill>
                  <a:srgbClr val="323232"/>
                </a:solidFill>
              </a:defRPr>
            </a:pPr>
          </a:p>
          <a:p>
            <a:pPr>
              <a:defRPr sz="1800" b="1">
                <a:solidFill>
                  <a:srgbClr val="C86400"/>
                </a:solidFill>
              </a:defRPr>
            </a:pPr>
            <a:r>
              <a:t>First-Year ROI: 11,755% | Break-Even: &lt; 3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1CE"/>
                </a:solidFill>
              </a:defRPr>
            </a:pPr>
            <a:r>
              <a:t>Comprehensive Feature Set (15+ Major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📊 Executive Dashboard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8 real-time KPIs (stores, projects, safety, satisfaction)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Regional performance (5 regions, 4,700+ stores)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Critical alerts dashboard (priority-based)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Trend analysis &amp; forecasting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Board-ready reports &amp; analytics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Strategic goal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00"/>
                </a:solidFill>
              </a:defRPr>
            </a:pPr>
            <a:r>
              <a:t>🎯 Manager Dashboard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Store-level performance tracking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Activity management (CRUD operations)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Team coordination &amp; scheduling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Overdue activity alerts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Completion tracking (daily/weekly)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Drill-down analytics by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1148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1CE"/>
                </a:solidFill>
              </a:defRPr>
            </a:pPr>
            <a:r>
              <a:t>⚙️ Core Platform Capabilities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Real-time notifications (WebSocket)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Advanced search &amp; filtering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Custom reporting &amp; data export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Multi-channel communication hub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User authentication (SSO + AD Groups)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Mobile-responsive design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Drag-and-drop widget customization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657600"/>
            <a:ext cx="3657600" cy="2468880"/>
          </a:xfrm>
          <a:prstGeom prst="rect">
            <a:avLst/>
          </a:prstGeom>
          <a:solidFill>
            <a:srgbClr val="FFFAF0"/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86400"/>
                </a:solidFill>
              </a:defRPr>
            </a:pPr>
            <a:r>
              <a:t>🤖 AI &amp; Integration Features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Sparky AI assistant (context-aware)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Sentiment analysis for communications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Predictive analytics &amp; recommendations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Automated workflow optimization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Intake Hub API integration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WalmartOne integration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• Store Operations API connector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71CE"/>
                </a:solidFill>
              </a:defRPr>
            </a:pPr>
            <a:r>
              <a:t>Implementation &amp; Value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1CE"/>
                </a:solidFill>
              </a:defRPr>
            </a:pPr>
            <a:r>
              <a:t>⏱️ Deployment Timeline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✅ Phase 1-3: COMPLETED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Foundation, features, AI integration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✅ Phase 4: COMPLETED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Integration, testing, optimization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🎯 Current Status: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Production Ready v1.0.0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323232"/>
                </a:solidFill>
              </a:defRPr>
            </a:pPr>
            <a:r>
              <a:t>📅 Rollout Timeline: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Months 1-2: Pilot (1,000 users)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Months 3-6: Regional (10,000 users)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Months 7-12: Full scale (50,000)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657600" cy="201168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00"/>
                </a:solidFill>
              </a:defRPr>
            </a:pPr>
            <a:r>
              <a:t>💰 Annual Benefits ($27M)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Time Savings: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$15.6M (4-6 hrs/week × 50K users)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Productivity Improvement: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$6.2M (15% project delivery gain)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Administrative Reduction: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$3.1M (30% task time savings)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009600"/>
                </a:solidFill>
              </a:defRPr>
            </a:pPr>
            <a:r>
              <a:t>Better Collaboration: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  $2.1M (40% cross-functional efficiency)</a:t>
            </a:r>
          </a:p>
          <a:p>
            <a:pPr>
              <a:defRPr sz="1400" b="0">
                <a:solidFill>
                  <a:srgbClr val="323232"/>
                </a:solidFill>
              </a:defRPr>
            </a:pPr>
          </a:p>
          <a:p>
            <a:pPr>
              <a:defRPr sz="1400" b="1">
                <a:solidFill>
                  <a:srgbClr val="C80000"/>
                </a:solidFill>
              </a:defRPr>
            </a:pPr>
            <a:r>
              <a:t>Delay Cost: $2.25M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2743200"/>
          </a:xfrm>
          <a:prstGeom prst="rect">
            <a:avLst/>
          </a:prstGeom>
          <a:solidFill>
            <a:srgbClr val="0071CE"/>
          </a:solidFill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220"/>
                </a:solidFill>
              </a:defRPr>
            </a:pPr>
            <a:r>
              <a:t>Ready to Deploy?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Platform Status: Production Ready ✅</a:t>
            </a:r>
          </a:p>
          <a:p>
            <a:pPr algn="ctr">
              <a:defRPr sz="2000" b="1">
                <a:solidFill>
                  <a:srgbClr val="FFC220"/>
                </a:solidFill>
              </a:defRPr>
            </a:pPr>
            <a:r>
              <a:t>Year 1 Investment: $227,700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Annual Value: $27,000,000</a:t>
            </a:r>
          </a:p>
          <a:p>
            <a:pPr algn="ctr">
              <a:defRPr sz="2000" b="1">
                <a:solidFill>
                  <a:srgbClr val="FFC220"/>
                </a:solidFill>
              </a:defRPr>
            </a:pPr>
            <a:r>
              <a:t>ROI: 11,755% | Payback: 3 days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Approval Needed: Deploy to 50,000+ Walmart users</a:t>
            </a:r>
          </a:p>
          <a:p>
            <a:pPr algn="ctr">
              <a:defRPr sz="2000" b="0">
                <a:solidFill>
                  <a:srgbClr val="FFFFFF"/>
                </a:solidFill>
              </a:defRPr>
            </a:pP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t>Target Launch: Q1 2026 | Pilot Ready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