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9144000" cy="6858000" type="custom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Relationship Id="rId8" Type="http://schemas.openxmlformats.org/officeDocument/2006/relationships/slide" Target="slides/slide8.xml"/>
<Relationship Id="rId9" Type="http://schemas.openxmlformats.org/officeDocument/2006/relationships/slide" Target="slides/slide9.xml"/>
<Relationship Id="rId10" Type="http://schemas.openxmlformats.org/officeDocument/2006/relationships/slide" Target="slides/slide10.xml"/>
<Relationship Id="rId11" Type="http://schemas.openxmlformats.org/officeDocument/2006/relationships/slide" Target="slides/slide11.xml"/>
<Relationship Id="rId12" Type="http://schemas.openxmlformats.org/officeDocument/2006/relationships/slide" Target="slides/slide12.xml"/>
<Relationship Id="rId13" Type="http://schemas.openxmlformats.org/officeDocument/2006/relationships/slide" Target="slides/slide13.xml"/>
<Relationship Id="rId14" Type="http://schemas.openxmlformats.org/officeDocument/2006/relationships/slide" Target="slides/slide14.xml"/>
<Relationship Id="rId15" Type="http://schemas.openxmlformats.org/officeDocument/2006/relationships/slide" Target="slides/slide15.xml"/>
<Relationship Id="rId16" Type="http://schemas.openxmlformats.org/officeDocument/2006/relationships/slide" Target="slides/slide16.xml"/>
<Relationship Id="rId17" Type="http://schemas.openxmlformats.org/officeDocument/2006/relationships/slide" Target="slides/slide17.xml"/>
<Relationship Id="rId18" Type="http://schemas.openxmlformats.org/officeDocument/2006/relationships/slide" Target="slides/slide18.xml"/>
<Relationship Id="rId19" Type="http://schemas.openxmlformats.org/officeDocument/2006/relationships/slide" Target="slides/slide19.xml"/>
</Relationships>
</file>

<file path=ppt/slides/_rels/slide1.xml.rels><?xml version="1.0" encoding="UTF-8" standalone="yes"?>
<Relationships xmlns="http://schemas.openxmlformats.org/package/2006/relationships"/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image" Target="../media/image1.jpg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image" Target="../media/image2.jpg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image" Target="../media/image3.jpg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image" Target="../media/image4.jpg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image" Target="../media/image5.jpg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image" Target="../media/image6.jpg"/>
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image" Target="../media/image7.jpg"/>
</Relationships>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image" Target="../media/image8.jpg"/>
</Relationships>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image" Target="../media/image9.jpg"/>
</Relationships>
</file>

<file path=ppt/slides/_rels/slide11.xml.rels><?xml version="1.0" encoding="UTF-8" standalone="yes"?>
<Relationships xmlns="http://schemas.openxmlformats.org/package/2006/relationships">
<Relationship Id="rId1" Type="http://schemas.openxmlformats.org/officeDocument/2006/relationships/image" Target="../media/image10.jpg"/>
</Relationships>
</file>

<file path=ppt/slides/_rels/slide12.xml.rels><?xml version="1.0" encoding="UTF-8" standalone="yes"?>
<Relationships xmlns="http://schemas.openxmlformats.org/package/2006/relationships">
<Relationship Id="rId1" Type="http://schemas.openxmlformats.org/officeDocument/2006/relationships/image" Target="../media/image11.jpg"/>
</Relationships>
</file>

<file path=ppt/slides/_rels/slide13.xml.rels><?xml version="1.0" encoding="UTF-8" standalone="yes"?>
<Relationships xmlns="http://schemas.openxmlformats.org/package/2006/relationships">
<Relationship Id="rId1" Type="http://schemas.openxmlformats.org/officeDocument/2006/relationships/image" Target="../media/image12.jpg"/>
</Relationships>
</file>

<file path=ppt/slides/_rels/slide14.xml.rels><?xml version="1.0" encoding="UTF-8" standalone="yes"?>
<Relationships xmlns="http://schemas.openxmlformats.org/package/2006/relationships">
<Relationship Id="rId1" Type="http://schemas.openxmlformats.org/officeDocument/2006/relationships/image" Target="../media/image13.jpg"/>
</Relationships>
</file>

<file path=ppt/slides/_rels/slide15.xml.rels><?xml version="1.0" encoding="UTF-8" standalone="yes"?>
<Relationships xmlns="http://schemas.openxmlformats.org/package/2006/relationships">
<Relationship Id="rId1" Type="http://schemas.openxmlformats.org/officeDocument/2006/relationships/image" Target="../media/image14.jpg"/>
</Relationships>
</file>

<file path=ppt/slides/_rels/slide16.xml.rels><?xml version="1.0" encoding="UTF-8" standalone="yes"?>
<Relationships xmlns="http://schemas.openxmlformats.org/package/2006/relationships">
<Relationship Id="rId1" Type="http://schemas.openxmlformats.org/officeDocument/2006/relationships/image" Target="../media/image15.jpg"/>
</Relationships>
</file>

<file path=ppt/slides/_rels/slide17.xml.rels><?xml version="1.0" encoding="UTF-8" standalone="yes"?>
<Relationships xmlns="http://schemas.openxmlformats.org/package/2006/relationships">
<Relationship Id="rId1" Type="http://schemas.openxmlformats.org/officeDocument/2006/relationships/image" Target="../media/image16.jpg"/>
</Relationships>
</file>

<file path=ppt/slides/_rels/slide18.xml.rels><?xml version="1.0" encoding="UTF-8" standalone="yes"?>
<Relationships xmlns="http://schemas.openxmlformats.org/package/2006/relationships">
<Relationship Id="rId1" Type="http://schemas.openxmlformats.org/officeDocument/2006/relationships/image" Target="../media/image17.jpg"/>
</Relationships>
</file>

<file path=ppt/slides/_rels/slide19.xml.rels><?xml version="1.0" encoding="UTF-8" standalone="yes"?>
<Relationships xmlns="http://schemas.openxmlformats.org/package/2006/relationships">
<Relationship Id="rId1" Type="http://schemas.openxmlformats.org/officeDocument/2006/relationships/image" Target="../media/image18.jpg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Title"/>
        <p:cNvGrpSpPr/>
        <p:nvPr/>
      </p:nvGrpSpPr>
      <p:grpSpPr>
        <a:xfrm>
          <a:off x="0" y="0"/>
          <a:ext cx="9144000" cy="685800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="ctr" lIns="457200" rIns="91440" tIns="0" bIns="0"/>
          <a:lstStyle/>
          <a:p>
            <a:pPr algn="l"/>
            <a:r>
              <a:rPr lang="en-US" sz="2800" b="1" dirty="0">
                <a:solidFill>
                  <a:srgbClr val="FFFFFF"/>
                </a:solidFill>
                <a:latin typeface="Segoe UI"/>
              </a:rPr>
              <a:t>TDA Initiatives Insights</a:t>
            </a:r>
          </a:p>
        </p:txBody>
      </p:sp>
      <p:sp>
        <p:nvSpPr>
          <p:cNvPr id="3" name="MainTitle"/>
          <p:cNvSpPr/>
          <p:nvPr/>
        </p:nvSpPr>
        <p:spPr>
          <a:xfrm>
            <a:off x="457200" y="2200000"/>
            <a:ext cx="8230000" cy="1800000"/>
          </a:xfrm>
        </p:spPr>
        <p:txBody>
          <a:bodyPr anchor="ctr"/>
          <a:lstStyle/>
          <a:p>
            <a:pPr algn="ctr"/>
            <a:r>
              <a:rPr lang="en-US" sz="4000" b="1" dirty="0">
                <a:solidFill>
                  <a:srgbClr val="1E3A5F"/>
                </a:solidFill>
                <a:latin typeface="Segoe UI"/>
              </a:rPr>
              <a:t>Initiative Status Insights</a:t>
            </a:r>
          </a:p>
        </p:txBody>
      </p:sp>
      <p:sp>
        <p:nvSpPr>
          <p:cNvPr id="4" name="Subtitle"/>
          <p:cNvSpPr/>
          <p:nvPr/>
        </p:nvSpPr>
        <p:spPr>
          <a:xfrm>
            <a:off x="457200" y="3900000"/>
            <a:ext cx="8230000" cy="800000"/>
          </a:xfrm>
        </p:spPr>
        <p:txBody>
          <a:bodyPr anchor="t"/>
          <a:lstStyle/>
          <a:p>
            <a:pPr algn="ctr"/>
            <a:r>
              <a:rPr lang="en-US" sz="2000" dirty="0">
                <a:solidFill>
                  <a:srgbClr val="666666"/>
                </a:solidFill>
                <a:latin typeface="Segoe UI"/>
              </a:rPr>
              <a:t>Store Support  |  Asset Protection</a:t>
            </a:r>
          </a:p>
        </p:txBody>
      </p:sp>
      <p:sp>
        <p:nvSpPr>
          <p:cNvPr id="5" name="AccentLine"/>
          <p:cNvSpPr/>
          <p:nvPr/>
        </p:nvSpPr>
        <p:spPr>
          <a:xfrm>
            <a:off x="0" y="6658000"/>
            <a:ext cx="9144000" cy="200000"/>
          </a:xfrm>
          <a:prstGeom prst="rect">
            <a:avLst/>
          </a:prstGeom>
          <a:solidFill>
            <a:srgbClr val="FFC220"/>
          </a:solidFill>
          <a:ln>
            <a:noFill/>
          </a:ln>
        </p:spPr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</a:xfrm>
      </p:grpSpPr>
      <p:pic>
        <p:nvPicPr>
          <p:cNvPr id="2" name="Screensho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</a:xfrm>
      </p:grpSpPr>
      <p:pic>
        <p:nvPicPr>
          <p:cNvPr id="2" name="Screensho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407515"/>
          </a:xfrm>
          <a:prstGeom prst="rect">
            <a:avLst/>
          </a:prstGeom>
        </p:spPr>
      </p:pic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</a:xfrm>
      </p:grpSpPr>
      <p:pic>
        <p:nvPicPr>
          <p:cNvPr id="2" name="Screensho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</a:xfrm>
      </p:grpSpPr>
      <p:pic>
        <p:nvPicPr>
          <p:cNvPr id="2" name="Screensho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</a:xfrm>
      </p:grpSpPr>
      <p:pic>
        <p:nvPicPr>
          <p:cNvPr id="2" name="Screensho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2319974"/>
          </a:xfrm>
          <a:prstGeom prst="rect">
            <a:avLst/>
          </a:prstGeom>
        </p:spPr>
      </p:pic>
    </p:spTree>
  </p:cSld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</a:xfrm>
      </p:grpSpPr>
      <p:pic>
        <p:nvPicPr>
          <p:cNvPr id="2" name="Screensho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3746904"/>
          </a:xfrm>
          <a:prstGeom prst="rect">
            <a:avLst/>
          </a:prstGeom>
        </p:spPr>
      </p:pic>
    </p:spTree>
  </p:cSld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</a:xfrm>
      </p:grpSpPr>
      <p:pic>
        <p:nvPicPr>
          <p:cNvPr id="2" name="Screensho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2184076"/>
          </a:xfrm>
          <a:prstGeom prst="rect">
            <a:avLst/>
          </a:prstGeom>
        </p:spPr>
      </p:pic>
    </p:spTree>
  </p:cSld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</a:xfrm>
      </p:grpSpPr>
      <p:pic>
        <p:nvPicPr>
          <p:cNvPr id="2" name="Screensho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</a:xfrm>
      </p:grpSpPr>
      <p:pic>
        <p:nvPicPr>
          <p:cNvPr id="2" name="Screensho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</a:xfrm>
      </p:grpSpPr>
      <p:pic>
        <p:nvPicPr>
          <p:cNvPr id="2" name="Screensho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</a:xfrm>
      </p:grpSpPr>
      <p:pic>
        <p:nvPicPr>
          <p:cNvPr id="2" name="Screensho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</a:xfrm>
      </p:grpSpPr>
      <p:pic>
        <p:nvPicPr>
          <p:cNvPr id="2" name="Screensho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</a:xfrm>
      </p:grpSpPr>
      <p:pic>
        <p:nvPicPr>
          <p:cNvPr id="2" name="Screensho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</a:xfrm>
      </p:grpSpPr>
      <p:pic>
        <p:nvPicPr>
          <p:cNvPr id="2" name="Screensho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</a:xfrm>
      </p:grpSpPr>
      <p:pic>
        <p:nvPicPr>
          <p:cNvPr id="2" name="Screensho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</a:xfrm>
      </p:grpSpPr>
      <p:pic>
        <p:nvPicPr>
          <p:cNvPr id="2" name="Screensho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407515"/>
          </a:xfrm>
          <a:prstGeom prst="rect">
            <a:avLst/>
          </a:prstGeom>
        </p:spPr>
      </p:pic>
    </p:spTree>
  </p:cSld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</a:xfrm>
      </p:grpSpPr>
      <p:pic>
        <p:nvPicPr>
          <p:cNvPr id="2" name="Screensho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770636"/>
          </a:xfrm>
          <a:prstGeom prst="rect">
            <a:avLst/>
          </a:prstGeom>
        </p:spPr>
      </p:pic>
    </p:spTree>
  </p:cSld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</a:xfrm>
      </p:grpSpPr>
      <p:pic>
        <p:nvPicPr>
          <p:cNvPr id="2" name="Screensho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</p:sld>
</file>