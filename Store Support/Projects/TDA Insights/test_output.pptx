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Sz cx="9144000" cy="6858000"/>
  <p:notesSz cx="12700000" cy="9525000"/>
  <p:sldIdLst>
    <p:sldId id="256" r:id="rId4"/>
    <p:sldId id="257" r:id="rId5"/>
  </p:sldIdLst>
</p:presentation>
</file>

<file path=ppt/presProps.xml><?xml version="1.0" encoding="utf-8"?>
<p:presProps xmlns:p="http://schemas.openxmlformats.org/presentationml/2006/main" xmlns:r="http://schemas.openxmlformats.org/officeDocument/2006/relationships"/>
</file>

<file path=ppt/tableStyles.xml><?xml version="1.0" encoding="utf-8"?>
<a:tblStyleLst xmlns:a="http://schemas.openxmlformats.org/drawingml/2006/main" def="0"/>
</file>

<file path=ppt/viewProps.xml><?xml version="1.0" encoding="utf-8"?>
<p:viewPr xmlns:p="http://schemas.openxmlformats.org/presentationml/2006/main" xmlns:r="http://schemas.openxmlformats.org/officeDocument/2006/relationships">
  <p:normalViewPr>
    <p:restoredLeft sz="15000"/>
    <p:restoredTop sz="94611"/>
  </p:normalViewPr>
  <p:slideViewPr/>
  <p:outlineViewPr/>
  <p:notesViewPr/>
  <p:handoutViewPr/>
</p:viewPr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presProps" Target="presProps.xml"/>
<Relationship Id="rId2" Type="http://schemas.openxmlformats.org/officeDocument/2006/relationships/viewProps" Target="viewProps.xml"/>
<Relationship Id="rId3" Type="http://schemas.openxmlformats.org/officeDocument/2006/relationships/tableStyles" Target="tableStyles.xml"/>
<Relationship Id="rId4" Type="http://schemas.openxmlformats.org/officeDocument/2006/relationships/slide" Target="slides/slide1.xml"/>
<Relationship Id="rId5" Type="http://schemas.openxmlformats.org/officeDocument/2006/relationships/slide" Target="slides/slide2.xml"/>
</Relationships>
</file>

<file path=ppt/slides/_rels/slide1.xml.rels><?xml version="1.0" encoding="UTF-8" standalone="yes"?>
<Relationships xmlns="http://schemas.openxmlformats.org/package/2006/relationships"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image" Target="../media/image1.png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63B1"/>
        </a:solidFill>
        <a:effectLst/>
      </p:bgPr>
    </p:bg>
    <p:spTree>
      <p:nvGrpSpPr>
        <p:cNvPr id="1" name="Title"/>
        <p:cNvGrpSpPr/>
        <p:nvPr/>
      </p:nvGrpSpPr>
      <p:grpSpPr>
        <a:xfrm>
          <a:off x="0" y="0"/>
          <a:ext cx="9144000" cy="6858000"/>
        </a:xfrm>
      </p:grpSpPr>
      <p:sp>
        <p:nvSpPr>
          <p:cNvPr id="2" name="Title"/>
          <p:cNvSpPr/>
          <p:nvPr/>
        </p:nvSpPr>
        <p:spPr>
          <a:xfrm>
            <a:off x="457200" y="2400000"/>
            <a:ext cx="8230200" cy="1500000"/>
          </a:xfrm>
        </p:spPr>
        <p:txBody>
          <a:bodyPr/>
          <a:lstStyle/>
          <a:p>
            <a:pPr algn="ctr"/>
            <a:r>
              <a:rPr lang="en-US" sz="6000" bold="1" latin="1"/>
              <a:t>Initiative Status Insights</a:t>
            </a:r>
          </a:p>
        </p:txBody>
      </p:sp>
      <p:sp>
        <p:nvSpPr>
          <p:cNvPr id="3" name="Subtitle"/>
          <p:cNvSpPr/>
          <p:nvPr/>
        </p:nvSpPr>
        <p:spPr>
          <a:xfrm>
            <a:off x="457200" y="4200000"/>
            <a:ext cx="8230200" cy="800000"/>
          </a:xfrm>
        </p:spPr>
        <p:txBody>
          <a:bodyPr/>
          <a:lstStyle/>
          <a:p>
            <a:pPr algn="ctr"/>
            <a:r>
              <a:rPr lang="en-US" sz="3600" latin="1"/>
              <a:solidFill>
                <a:srgbClr val="FFFFFF"/>
              </a:solidFill>
              <a:t>Walmart Inc.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685800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457200"/>
          </a:xfrm>
        </p:spPr>
        <p:txBody>
          <a:bodyPr/>
          <a:lstStyle/>
          <a:p>
            <a:pPr algn="l"/>
            <a:r>
              <a:rPr lang="en-US" sz="2800" bold="1" latin="1"/>
              <a:solidFill>
                <a:srgbClr val="0063B1"/>
              </a:solidFill>
              <a:t>Test Header</a:t>
            </a:r>
          </a:p>
        </p:txBody>
      </p:sp>
      <p:pic>
        <p:nvPicPr>
          <p:cNvPr id="3" name="image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200"/>
            <a:ext cx="9144000" cy="6400800"/>
          </a:xfrm>
          <a:prstGeom prst="rect">
            <a:avLst/>
          </a:prstGeom>
        </p:spPr>
      </p:pic>
    </p:spTree>
  </p:cSld>
  <p:clrMapOvr>
    <a:masterClrMapping/>
  </p:clrMapOvr>
</p:sld>
</file>