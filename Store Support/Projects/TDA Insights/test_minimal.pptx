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>
  <p:sldSz cx="9144000" cy="6858000"/>
  <p:notesSz cx="12700000" cy="9525000"/>
  <p:sldIdLst>
    <p:sldId id="256" r:id="rId1"/>
  </p:sldIdLst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" Target="slides/slide1.xml"/>
</Relationships>
</file>

<file path=ppt/slides/_rels/slide1.xml.rels><?xml version="1.0" encoding="UTF-8" standalone="yes"?>
<Relationships xmlns="http://schemas.openxmlformats.org/package/2006/relationships">
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63B1"/>
        </a:solidFill>
        <a:effectLst/>
      </p:bgPr>
    </p:bg>
    <p:spTree>
      <p:nvGrpSpPr>
        <p:cNvPr id="1" name="Title"/>
        <p:cNvGrpSpPr/>
        <p:nvPr/>
      </p:nvGrpSpPr>
      <p:grpSpPr>
        <a:xfrm>
          <a:off x="0" y="0"/>
          <a:ext cx="9144000" cy="6858000"/>
        </a:xfrm>
      </p:grpSpPr>
      <p:sp>
        <p:nvSpPr>
          <p:cNvPr id="2" name="Title"/>
          <p:cNvSpPr/>
          <p:nvPr/>
        </p:nvSpPr>
        <p:spPr>
          <a:xfrm>
            <a:off x="457200" y="2743200"/>
            <a:ext cx="8229600" cy="1828800"/>
          </a:xfrm>
        </p:spPr>
        <p:txBody>
          <a:bodyPr/>
          <a:lstStyle/>
          <a:p>
            <a:pPr algn="ctr"/>
            <a:r>
              <a:rPr lang="en-US" sz="5400" bold="1"/>
              <a:solidFill>
                <a:srgbClr val="FFFFFF"/>
              </a:solidFill>
              <a:t>TDA Initiatives Insights</a:t>
            </a:r>
          </a:p>
        </p:txBody>
      </p:sp>
      <p:sp>
        <p:nvSpPr>
          <p:cNvPr id="3" name="Subtitle"/>
          <p:cNvSpPr/>
          <p:nvPr/>
        </p:nvSpPr>
        <p:spPr>
          <a:xfrm>
            <a:off x="457200" y="4572000"/>
            <a:ext cx="8229600" cy="1143000"/>
          </a:xfrm>
        </p:spPr>
        <p:txBody>
          <a:bodyPr/>
          <a:lstStyle/>
          <a:p>
            <a:pPr algn="ctr"/>
            <a:r>
              <a:rPr lang="en-US" sz="3200"/>
              <a:solidFill>
                <a:srgbClr val="FFFFFF"/>
              </a:solidFill>
              <a:t>Walmart Inc. Store Support</a:t>
            </a:r>
          </a:p>
        </p:txBody>
      </p:sp>
    </p:spTree>
  </p:cSld>
  <p:clrMapOvr>
    <a:masterClrMapping/>
  </p:clrMapOvr>
</p:sld>
</file>