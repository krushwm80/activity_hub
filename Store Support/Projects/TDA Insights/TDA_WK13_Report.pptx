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TDA Initiatives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1E3A5F"/>
                </a:solidFill>
                <a:latin typeface="Segoe UI"/>
              </a:rPr>
              <a:t>Initiative Status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Segoe UI"/>
              </a:rPr>
              <a:t>Store Support  |  Asset Protection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86788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6300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5968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5473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9018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76596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