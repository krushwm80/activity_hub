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67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596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454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3345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