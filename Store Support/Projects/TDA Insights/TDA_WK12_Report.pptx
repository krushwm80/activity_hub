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3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5968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377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454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2813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79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6890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