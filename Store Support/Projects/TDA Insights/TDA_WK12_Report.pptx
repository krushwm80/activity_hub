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67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596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454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901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901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9608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