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6858000" type="custom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Relationship Id="rId9" Type="http://schemas.openxmlformats.org/officeDocument/2006/relationships/slide" Target="slides/slide9.xml"/>
<Relationship Id="rId10" Type="http://schemas.openxmlformats.org/officeDocument/2006/relationships/slide" Target="slides/slide10.xml"/>
<Relationship Id="rId11" Type="http://schemas.openxmlformats.org/officeDocument/2006/relationships/slide" Target="slides/slide11.xml"/>
<Relationship Id="rId12" Type="http://schemas.openxmlformats.org/officeDocument/2006/relationships/slide" Target="slides/slide12.xml"/>
</Relationships>
</file>

<file path=ppt/slides/_rels/slide1.xml.rels><?xml version="1.0" encoding="UTF-8" standalone="yes"?>
<Relationships xmlns="http://schemas.openxmlformats.org/package/2006/relationships"/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image" Target="../media/image2.png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image" Target="../media/image3.png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image" Target="../media/image4.png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image" Target="../media/image5.png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image" Target="../media/image6.png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image" Target="../media/image7.png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image" Target="../media/image8.png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image" Target="../media/image9.png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image" Target="../media/image10.png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image" Target="../media/image11.png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Title"/>
        <p:cNvGrpSpPr/>
        <p:nvPr/>
      </p:nvGrpSpPr>
      <p:grpSpPr>
        <a:xfrm>
          <a:off x="0" y="0"/>
          <a:ext cx="9144000" cy="6858000"/>
        </a:xfrm>
      </p:grpSpPr>
      <p:sp>
        <p:nvSpPr>
          <p:cNvPr id="2" name="HeaderBar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="ctr" lIns="457200" rIns="91440" tIns="0" bIns="0"/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Segoe UI"/>
              </a:rPr>
              <a:t>TDA Initiatives Insights</a:t>
            </a:r>
          </a:p>
        </p:txBody>
      </p:sp>
      <p:sp>
        <p:nvSpPr>
          <p:cNvPr id="3" name="MainTitle"/>
          <p:cNvSpPr/>
          <p:nvPr/>
        </p:nvSpPr>
        <p:spPr>
          <a:xfrm>
            <a:off x="457200" y="2200000"/>
            <a:ext cx="8230000" cy="1800000"/>
          </a:xfrm>
        </p:spPr>
        <p:txBody>
          <a:bodyPr anchor="ctr"/>
          <a:lstStyle/>
          <a:p>
            <a:pPr algn="ctr"/>
            <a:r>
              <a:rPr lang="en-US" sz="4000" b="1" dirty="0">
                <a:solidFill>
                  <a:srgbClr val="1E3A5F"/>
                </a:solidFill>
                <a:latin typeface="Segoe UI"/>
              </a:rPr>
              <a:t>Initiative Status Insights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3900000"/>
            <a:ext cx="8230000" cy="800000"/>
          </a:xfrm>
        </p:spPr>
        <p:txBody>
          <a:bodyPr anchor="t"/>
          <a:lstStyle/>
          <a:p>
            <a:pPr algn="ctr"/>
            <a:r>
              <a:rPr lang="en-US" sz="2000" dirty="0">
                <a:solidFill>
                  <a:srgbClr val="666666"/>
                </a:solidFill>
                <a:latin typeface="Segoe UI"/>
              </a:rPr>
              <a:t>Store Support  |  Asset Protection</a:t>
            </a:r>
          </a:p>
        </p:txBody>
      </p:sp>
      <p:sp>
        <p:nvSpPr>
          <p:cNvPr id="5" name="AccentLine"/>
          <p:cNvSpPr/>
          <p:nvPr/>
        </p:nvSpPr>
        <p:spPr>
          <a:xfrm>
            <a:off x="0" y="6658000"/>
            <a:ext cx="9144000" cy="200000"/>
          </a:xfrm>
          <a:prstGeom prst="rect">
            <a:avLst/>
          </a:prstGeom>
          <a:solidFill>
            <a:srgbClr val="FFC220"/>
          </a:solidFill>
          <a:ln>
            <a:noFill/>
          </a:ln>
        </p:spPr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924050"/>
          </a:xfrm>
          <a:prstGeom prst="rect">
            <a:avLst/>
          </a:prstGeom>
        </p:spPr>
      </p:pic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</a:xfrm>
      </p:grpSpPr>
      <p:pic>
        <p:nvPicPr>
          <p:cNvPr id="2" name="Screensho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857625"/>
          </a:xfrm>
          <a:prstGeom prst="rect">
            <a:avLst/>
          </a:prstGeom>
        </p:spPr>
      </p:pic>
    </p:spTree>
  </p:cSld>
</p:sld>
</file>