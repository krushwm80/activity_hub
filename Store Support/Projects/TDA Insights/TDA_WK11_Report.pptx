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8678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454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5723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114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3095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3582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78519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114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6596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717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