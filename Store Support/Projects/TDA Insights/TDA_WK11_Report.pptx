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TDA Initiatives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82296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1E3A5F"/>
                </a:solidFill>
                <a:latin typeface="Segoe UI"/>
              </a:rPr>
              <a:t>Initiative Status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666666"/>
                </a:solidFill>
                <a:latin typeface="Segoe UI"/>
              </a:rPr>
              <a:t>Store Support  |  Asset Protection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86788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6300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59680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76596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44545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325184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342171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68901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