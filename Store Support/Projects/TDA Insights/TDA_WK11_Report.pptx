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TDA Initiatives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E3A5F"/>
                </a:solidFill>
                <a:latin typeface="Segoe UI"/>
              </a:rPr>
              <a:t>Initiative Status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Segoe UI"/>
              </a:rPr>
              <a:t>Store Support  |  Asset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678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30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5968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377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454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7422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610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890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