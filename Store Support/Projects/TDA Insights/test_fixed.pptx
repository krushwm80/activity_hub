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presentationml.theme+xml"/>
  <Override PartName="/docProps/core.xml" ContentType="application/vnd.openxmlformats-package.core-properties+xml"/>
  <Override PartName="/docProps/app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custom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notesSz cx="12700000" cy="9525000"/>
  <p:sldIdLst>
    <p:sldId id="256" r:id="rId4"/>
    <p:sldId id="257" r:id="rId5"/>
  </p:sldIdLst>
</p:presentation>
</file>

<file path=ppt/presProps.xml><?xml version="1.0" encoding="utf-8"?>
<p:presProps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0"/>
</file>

<file path=ppt/viewProps.xml><?xml version="1.0" encoding="utf-8"?>
<p:viewPr xmlns:p="http://schemas.openxmlformats.org/presentationml/2006/main" xmlns:r="http://schemas.openxmlformats.org/officeDocument/2006/relationships">
  <p:normalViewPr>
    <p:restoredLeft sz="15000"/>
    <p:restoredTop sz="94611"/>
  </p:normalViewPr>
  <p:slideViewPr/>
  <p:outlineViewPr/>
  <p:notesViewPr/>
  <p:handoutViewPr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presProps" Target="presProps.xml"/>
<Relationship Id="rId2" Type="http://schemas.openxmlformats.org/officeDocument/2006/relationships/viewProps" Target="viewProps.xml"/>
<Relationship Id="rId3" Type="http://schemas.openxmlformats.org/officeDocument/2006/relationships/tableStyles" Target="tableStyles.xml"/>
<Relationship Id="rId6" Type="http://schemas.openxmlformats.org/officeDocument/2006/relationships/slideMaster" Target="slideMasters/slideMaster1.xml"/>
<Relationship Id="rId7" Type="http://schemas.openxmlformats.org/officeDocument/2006/relationships/theme" Target="theme/theme1.xml"/>
<Relationship Id="rId4" Type="http://schemas.openxmlformats.org/officeDocument/2006/relationships/slide" Target="slides/slide1.xml"/>
<Relationship Id="rId5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Title Slide Layout"/>
        <p:cNvGrpSpPr/>
        <p:nvPr/>
      </p:nvGrpSpPr>
      <p:grpSpPr>
        <a:xfrm>
          <a:off x="0" y="0"/>
          <a: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Content Slide Layout"/>
        <p:cNvGrpSpPr/>
        <p:nvPr/>
      </p:nvGrpSpPr>
      <p:grpSpPr>
        <a:xfrm>
          <a:off x="0" y="0"/>
          <a:ext cx="9144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Title Master"/>
        <p:cNvGrpSpPr/>
        <p:nvPr/>
      </p:nvGrpSpPr>
      <p:grpSpPr>
        <a:xfrm>
          <a:off x="0" y="0"/>
          <a:ext cx="9144000" cy="6858000"/>
        </a:xfrm>
      </p:grpSpPr>
    </p:spTree>
  </p:cSld>
  <p:clrMapOvr>
    <a:masterClrMapping/>
  </p:clrMapOvr>
</p:sldMaster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3B1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"/>
          <p:cNvSpPr/>
          <p:nvPr/>
        </p:nvSpPr>
        <p:spPr>
          <a:xfrm>
            <a:off x="457200" y="2400000"/>
            <a:ext cx="8230200" cy="1500000"/>
          </a:xfrm>
        </p:spPr>
        <p:txBody>
          <a:bodyPr/>
          <a:lstStyle/>
          <a:p>
            <a:pPr algn="ctr"/>
            <a:r>
              <a:rPr lang="en-US" sz="6000" bold="1" latin="1"/>
              <a:t>Initiative Status Insights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4200000"/>
            <a:ext cx="8230200" cy="800000"/>
          </a:xfrm>
        </p:spPr>
        <p:txBody>
          <a:bodyPr/>
          <a:lstStyle/>
          <a:p>
            <a:pPr algn="ctr"/>
            <a:r>
              <a:rPr lang="en-US" sz="3600" latin="1"/>
              <a:solidFill>
                <a:srgbClr val="FFFFFF"/>
              </a:solidFill>
              <a:t>Walmart 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457200"/>
          </a:xfrm>
        </p:spPr>
        <p:txBody>
          <a:bodyPr/>
          <a:lstStyle/>
          <a:p>
            <a:pPr algn="l"/>
            <a:r>
              <a:rPr lang="en-US" sz="2800" bold="1" latin="1"/>
              <a:solidFill>
                <a:srgbClr val="0063B1"/>
              </a:solidFill>
              <a:t>Test Report Header</a:t>
            </a:r>
          </a:p>
        </p:txBody>
      </p:sp>
      <p:pic>
        <p:nvPicPr>
          <p:cNvPr id="3" name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FFFFFF"/>
      </a:lt1>
      <a:dk2>
        <a:srgbClr val="44546A"/>
      </a:dk2>
      <a:lt2>
        <a:srgbClr val="D9E1F2"/>
      </a:lt2>
      <a:accent1>
        <a:srgbClr val="0063B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yperlink>
        <a:srgbClr val="0563C1"/>
      </a:hyperlink>
      <a:folHyperlink>
        <a:srgbClr val="954F72"/>
      </a:folHyper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rgbClr val="FFFFFF"/>
        </a:solidFill>
        <a:gradFill>
          <a:gsLst>
            <a:gs pos="0">
              <a:srgbClr val="FFFFFF"/>
            </a:gs>
            <a:gs pos="100000">
              <a:srgbClr val="FFFFFF"/>
            </a:gs>
          </a:gsLst>
        </a:gradFill>
        <a:pattFill/>
      </a:fillStyleLst>
      <a:lnStyleLst>
        <a:ln w="9144">
          <a:solidFill>
            <a:srgbClr val="000000"/>
          </a:solidFill>
        </a:ln>
      </a:lnStyleLst>
      <a:effectStyleLst>
        <a:effectLst>
          <a:outerShdw/>
        </a:effectLst>
      </a:effectStyleLst>
      <a:bgFillStyleLst>
        <a:solidFill>
          <a:srgbClr val="FFFFFF"/>
        </a:solidFill>
        <a:gradFill>
          <a:gsLst>
            <a:gs pos="0">
              <a:srgbClr val="FFFFFF"/>
            </a:gs>
          </a:gsLst>
        </a:gradFill>
        <a:pattFill/>
      </a:bgFillStyleLst>
    </a:fmtScheme>
  </a:themeElements>
</a:theme>
</file>

<file path=docProps/app.xml><?xml version="1.0" encoding="utf-8"?>
<Properties xmlns="http://schemas.openxmlformats.org/officeDocument/2006/custom-properties">
  <TotalTime>0</TotalTime>
  <Application>Microsoft Office PowerPoint</Application>
  <AppVersion>16.0000</AppVersion>
  <Slides>2</Slides>
  <ScaleCrop>false</ScaleCrop>
  <HeadingPairs>
    <vt:vector xmlns:vt="http://schemas.openxmlformats.org/officeDocument/2006/docPropsVTypes" baseType="variant" size="2">
      <vt:variant>
        <vt:lpstr>Slide Titles</vt:lpstr>
      </vt:variant>
      <vt:variant>
        <vt:i4>2</vt:i4>
      </vt:variant>
    </vt:vector>
  </HeadingPairs>
  <TitlesOfParts>
    <vt:vector xmlns:vt="http://schemas.openxmlformats.org/officeDocument/2006/docPropsVTypes" baseType="lpstr" size="2">
      <vt:lpstr>Slide 1</vt:lpstr>
      <vt:lpstr>Slide 2</vt:lpstr>
    </vt:vector>
  </TitlesOfParts>
</Properties>
</file>

<file path=docProps/core.xml><?xml version="1.0" encoding="utf-8"?>
<cp:coreProperties xmlns:cp="http://schemas.openxmlformats.org/officeDocument/2006/custom-properties" xmlns:dc="http://purl.org/dc/elements/1.1/" xmlns:dcterms="http://purl.org/dc/terms/" xmlns:dcmitype="http://purl.org/dc/dcmitype/" xmlns:xsi="http://www.w3.org/2001/XMLSchema-instance">
  <dc:title>TDA Report</dc:title>
  <dc:creator>TDA Insights Dashboard</dc:creator>
</cp:coreProperties>
</file>