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TDA Initiatives Insights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011680"/>
            <a:ext cx="822960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000" b="1">
                <a:solidFill>
                  <a:srgbClr val="1E3A5F"/>
                </a:solidFill>
                <a:latin typeface="Segoe UI"/>
              </a:rPr>
              <a:t>Initiative Status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66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>
                <a:solidFill>
                  <a:srgbClr val="666666"/>
                </a:solidFill>
                <a:latin typeface="Segoe UI"/>
              </a:rPr>
              <a:t>Store Support  |  Asset Protection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FFC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54737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79993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71724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325184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07173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