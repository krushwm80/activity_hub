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547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99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17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251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71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