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396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191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3877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0967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717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