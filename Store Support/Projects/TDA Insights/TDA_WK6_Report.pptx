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jp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jp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image3.jp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image4.jp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image5.jp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image6.jp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image7.jp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image" Target="../media/image8.jp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image9.jp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0.jp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1.jp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image" Target="../media/image12.jp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image" Target="../media/image13.jp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image" Target="../media/image14.jp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image" Target="../media/image15.jp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image" Target="../media/image16.jp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image" Target="../media/image17.jp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Title"/>
        <p:cNvGrpSpPr/>
        <p:nvPr/>
      </p:nvGrpSpPr>
      <p:grpSpPr>
        <a:xfrm>
          <a:off x="0" y="0"/>
          <a:ext cx="9144000" cy="685800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ctr" lIns="457200" rIns="91440" tIns="0" bIns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MainTitle"/>
          <p:cNvSpPr/>
          <p:nvPr/>
        </p:nvSpPr>
        <p:spPr>
          <a:xfrm>
            <a:off x="457200" y="2200000"/>
            <a:ext cx="8230000" cy="1800000"/>
          </a:xfrm>
        </p:spPr>
        <p:txBody>
          <a:bodyPr anchor="ctr"/>
          <a:lstStyle/>
          <a:p>
            <a:pPr algn="ctr"/>
            <a:r>
              <a:rPr lang="en-US" sz="4000" b="1" dirty="0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3900000"/>
            <a:ext cx="8230000" cy="800000"/>
          </a:xfrm>
        </p:spPr>
        <p:txBody>
          <a:bodyPr anchor="t"/>
          <a:lstStyle/>
          <a:p>
            <a:pPr algn="ctr"/>
            <a:r>
              <a:rPr lang="en-US" sz="2000" dirty="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AccentLine"/>
          <p:cNvSpPr/>
          <p:nvPr/>
        </p:nvSpPr>
        <p:spPr>
          <a:xfrm>
            <a:off x="0" y="6658000"/>
            <a:ext cx="9144000" cy="200000"/>
          </a:xfrm>
          <a:prstGeom prst="rect">
            <a:avLst/>
          </a:prstGeom>
          <a:solidFill>
            <a:srgbClr val="FFC220"/>
          </a:solidFill>
          <a:ln>
            <a:noFill/>
          </a:ln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89019"/>
          </a:xfrm>
          <a:prstGeom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6343"/>
          </a:xfrm>
          <a:prstGeom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86471"/>
          </a:xfrm>
          <a:prstGeom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24292"/>
          </a:xfrm>
          <a:prstGeom prst="rect">
            <a:avLst/>
          </a:prstGeom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960815"/>
          </a:xfrm>
          <a:prstGeom prst="rect">
            <a:avLst/>
          </a:prstGeom>
        </p:spPr>
      </p:pic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931337"/>
          </a:xfrm>
          <a:prstGeom prst="rect">
            <a:avLst/>
          </a:prstGeom>
        </p:spPr>
      </p:pic>
    </p:spTree>
  </p:cSld>
</p:sld>
</file>