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026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9212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5090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1840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92612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494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706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379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26101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5962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