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TDA Initiatives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E3A5F"/>
                </a:solidFill>
                <a:latin typeface="Segoe UI"/>
              </a:rPr>
              <a:t>Initiative Status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66666"/>
                </a:solidFill>
                <a:latin typeface="Segoe UI"/>
              </a:rPr>
              <a:t>Store Support  |  Asset Protection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4075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571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4075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5090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5328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1840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04817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7706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7661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39691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308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