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366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3437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5475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1545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7276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2372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1840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706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661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77638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667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