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07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57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82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05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7276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19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1840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706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766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969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308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075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