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2563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339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5960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980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9313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9608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290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