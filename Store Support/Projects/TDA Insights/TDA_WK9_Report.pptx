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999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8146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9608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9608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290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