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D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99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CAA1-164C-2629-4110-E2FACDF76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7EB40-EE8C-A524-B3ED-4F230AE77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FCBD4-5199-6818-DDD6-A6DDCA6F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B162-1911-F6F2-6619-492B7DBED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21753-FD20-833F-1D7F-1999CC77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5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F412-B8BB-D4DC-2811-7D9D434C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8B62D-161C-01CF-FA2A-1ED0D6491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9AF06-A1F7-7155-9F6E-F27CE7F3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21489-482C-3BEC-9C2C-67A337C8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3D32-B3C5-0058-A4C4-F1F72CE9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85BC-6E3B-26F7-B97E-F9D723700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535A3-44B4-E4E0-DA27-50F42ED25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B5B96-B5DC-5019-585D-6B3930FF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8D268-2642-C2F5-0D65-5426FFA4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120B8-DEAE-ED3D-3FE2-6575D628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2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6BFD-4571-D377-1AB9-B5EDAF0A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E6CB-CC1F-DE02-C30D-61D5114A6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D2B2C-D367-1295-8041-9002749D3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051F1-08B4-C417-D1A8-CF66856E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3A3C4-BF8C-E1CB-B2A9-E8CC3FE5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859F6-57D6-A84D-6729-2DF16213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5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59BA-7E18-D303-FBDE-E7A250C09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28084-F047-1714-6046-F251299A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7E999-750B-A690-8488-590B420E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6760A-F92E-83AA-CDC3-82E7D8868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172C3-BBB1-9F95-D7C0-79884478A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18ACEA-D446-B300-97ED-DF922825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8AE1F-9957-0E03-2519-32459E6B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5B45ED-B960-8F44-2B27-CC32F1F0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2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933D-1C21-556B-334F-39E7E0AF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5B392-1D9D-8AB3-2215-E71F1156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D9F48-53B9-2582-12DA-9A7E8DDE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D9F8D-36F5-A946-1C2D-A5A6CCC7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2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D50B7-6338-E679-FF49-9D0990A9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55B3C-B323-9FE0-E28C-39122D53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09403-0EF2-0848-BCF9-A7D0E079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4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2482-8AD8-0DE1-3F96-B52E1CA4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DBE48-A91F-66F0-4D8A-DB26612F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E7322-2C9D-6046-29E4-83B781EDF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EB07E-D971-1467-7EF7-055ADC98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0BD0F-8386-A35A-6596-E3ED2AFB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C8709-7F3F-DEBB-41DD-C839A750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9A82-6494-B0D5-3B92-77C30A86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D20EC-B5B6-F569-52F6-69F4848BF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C8A59-3955-5F0A-5D7C-BD7E4C6CE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25195-49C9-0324-9E7C-9FD2C133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0E789-48EF-2744-3D77-3424879A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BC2DD-D076-0CF1-BFB4-BD828444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10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A3F9-5850-3002-A7A5-FE8EB34F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6A35E-5532-C695-84DC-7E8A78A30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8C331-CEE8-D41F-22EA-18E09B84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EB857-C23D-21C8-16D4-C54AC1705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A7BA-E398-A192-9B3C-43B2F653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71FBA-ECB5-D6C4-373C-76C938A30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4C6EC-03FC-BC7F-931A-0008CE297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702FD-1B91-E778-C0AA-E3E98145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2703E-B677-5BB6-67EC-110BBC13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A3E9-0756-8CF9-4A90-7EC36E63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6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7F908-6172-5C9E-BBB9-36AEB0DC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3FA01-B8D3-AE4A-79C3-B6A8A5ACA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3AB5F-6481-AF5E-E177-322708358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25D78-7952-48BA-9F40-6B6CE4AD1BB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46A95-1C3A-57D4-3C11-9AD91DB87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093A2-1362-0266-771A-0571EDE4B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7BB17-1FA6-40D4-B238-39594FAAB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2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eus62315243171.homeoffice.wal-mart.com:8080/static/index.html" TargetMode="External"/><Relationship Id="rId2" Type="http://schemas.openxmlformats.org/officeDocument/2006/relationships/hyperlink" Target="https://tableau-prep-prod.homeoffice.wal-mart.com/views/TeamPortals/Projects?%3Aembed=yes&amp;%3Atoolbar=no#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8AA71B-C45A-02C3-8861-0D1A58C8D9AA}"/>
              </a:ext>
            </a:extLst>
          </p:cNvPr>
          <p:cNvSpPr txBox="1"/>
          <p:nvPr/>
        </p:nvSpPr>
        <p:spPr>
          <a:xfrm>
            <a:off x="428266" y="0"/>
            <a:ext cx="361896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Tour Guides</a:t>
            </a:r>
          </a:p>
          <a:p>
            <a:endParaRPr lang="en-US" sz="1200" dirty="0"/>
          </a:p>
          <a:p>
            <a:r>
              <a:rPr lang="en-US" sz="1200" dirty="0"/>
              <a:t>Business Overview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Submitter Interface (Business Owners)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Project Submission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Context, Timing and Timeline.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Item Management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Question Building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Template Selection per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Admin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Project Review&amp; Approval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Item Review &amp; Approval</a:t>
            </a:r>
          </a:p>
          <a:p>
            <a:pPr lvl="1"/>
            <a:endParaRPr lang="en-US" sz="1200" dirty="0"/>
          </a:p>
          <a:p>
            <a:r>
              <a:rPr lang="en-US" sz="1200" dirty="0"/>
              <a:t>Store Associate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Create Items (Store)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Add Items (HO)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Add Photo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Multi- Assign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Comment (Chat) Per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Reporting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Notifications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Store Management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New Request to Assign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New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Completed Item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Associate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New Request Assigned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New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Updated Request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System Infrastructure – </a:t>
            </a:r>
            <a:r>
              <a:rPr lang="en-US" sz="1200" dirty="0" err="1"/>
              <a:t>MyWm</a:t>
            </a:r>
            <a:r>
              <a:rPr lang="en-US" sz="1200" dirty="0"/>
              <a:t> Exp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1 Guide – done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Support for Multiple Guides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Template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Reporting Needs</a:t>
            </a:r>
          </a:p>
        </p:txBody>
      </p:sp>
    </p:spTree>
    <p:extLst>
      <p:ext uri="{BB962C8B-B14F-4D97-AF65-F5344CB8AC3E}">
        <p14:creationId xmlns:p14="http://schemas.microsoft.com/office/powerpoint/2010/main" val="396981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231485-A48A-E7F2-7B30-4F66974FFE12}"/>
              </a:ext>
            </a:extLst>
          </p:cNvPr>
          <p:cNvSpPr txBox="1"/>
          <p:nvPr/>
        </p:nvSpPr>
        <p:spPr>
          <a:xfrm>
            <a:off x="507470" y="173736"/>
            <a:ext cx="787757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Fashion Guide</a:t>
            </a:r>
          </a:p>
          <a:p>
            <a:r>
              <a:rPr lang="en-US" sz="1400" dirty="0"/>
              <a:t>Two separate experiences for the Store Leadership and Store Associates.</a:t>
            </a:r>
          </a:p>
          <a:p>
            <a:endParaRPr lang="en-US" sz="1400" dirty="0"/>
          </a:p>
          <a:p>
            <a:r>
              <a:rPr lang="en-US" sz="1400" dirty="0"/>
              <a:t>Store Leadership (Salary &amp; TL)</a:t>
            </a:r>
          </a:p>
          <a:p>
            <a:r>
              <a:rPr lang="en-US" sz="1400" dirty="0"/>
              <a:t>(Possibly a landing page after they enter with two options: Tours or Reporting)</a:t>
            </a:r>
          </a:p>
          <a:p>
            <a:r>
              <a:rPr lang="en-US" sz="1400" u="sng" dirty="0"/>
              <a:t>Tours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Tours Selection: based on Depts in Fashion and Metrics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User selects 1-2 tours.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Tour Options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Women's Dept ## - Below Expectations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Men’s Dept ## - Meets Expectations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Kid’s Dept ## - Exceeds Expectations.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Continues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Tour – they take the tour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Question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Yes/No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 notes and a picture.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No become task for Associates to action.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Ability to assign from here.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Review of Yes and No’s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Submit Tour</a:t>
            </a:r>
          </a:p>
          <a:p>
            <a:r>
              <a:rPr lang="en-US" sz="1400" u="sng" dirty="0"/>
              <a:t>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Reporting of Tours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information from all above tour and task but summarized.</a:t>
            </a:r>
          </a:p>
          <a:p>
            <a:pPr lvl="1"/>
            <a:endParaRPr lang="en-US" sz="1400" dirty="0"/>
          </a:p>
          <a:p>
            <a:r>
              <a:rPr lang="en-US" sz="1400" dirty="0"/>
              <a:t>Store Associate (Hourly)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Task from Tours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Home Office Data Source for Reporting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2639B4-A465-AB85-4EB6-679AB46EC695}"/>
              </a:ext>
            </a:extLst>
          </p:cNvPr>
          <p:cNvSpPr txBox="1"/>
          <p:nvPr/>
        </p:nvSpPr>
        <p:spPr>
          <a:xfrm>
            <a:off x="8531352" y="25246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Daily and Weekly</a:t>
            </a:r>
          </a:p>
        </p:txBody>
      </p:sp>
    </p:spTree>
    <p:extLst>
      <p:ext uri="{BB962C8B-B14F-4D97-AF65-F5344CB8AC3E}">
        <p14:creationId xmlns:p14="http://schemas.microsoft.com/office/powerpoint/2010/main" val="861356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3DDCD9-1E99-FF15-BD8D-8758D4934547}"/>
              </a:ext>
            </a:extLst>
          </p:cNvPr>
          <p:cNvSpPr txBox="1"/>
          <p:nvPr/>
        </p:nvSpPr>
        <p:spPr>
          <a:xfrm>
            <a:off x="960120" y="521208"/>
            <a:ext cx="9464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EOC – Hurricane Guide</a:t>
            </a:r>
          </a:p>
          <a:p>
            <a:endParaRPr lang="en-US" dirty="0"/>
          </a:p>
          <a:p>
            <a:r>
              <a:rPr lang="en-US" dirty="0"/>
              <a:t>Very Similar to Store Refresh. </a:t>
            </a:r>
          </a:p>
          <a:p>
            <a:endParaRPr lang="en-US" dirty="0"/>
          </a:p>
          <a:p>
            <a:r>
              <a:rPr lang="en-US" dirty="0"/>
              <a:t>One Guide with separate Areas, Topics and Tims.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BF354-413B-2C37-BD8C-CC6BC22AE99F}"/>
              </a:ext>
            </a:extLst>
          </p:cNvPr>
          <p:cNvSpPr txBox="1"/>
          <p:nvPr/>
        </p:nvSpPr>
        <p:spPr>
          <a:xfrm>
            <a:off x="8531352" y="252460"/>
            <a:ext cx="256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Daily and Weekly only in store in the line of a Hurricane.</a:t>
            </a:r>
          </a:p>
        </p:txBody>
      </p:sp>
    </p:spTree>
    <p:extLst>
      <p:ext uri="{BB962C8B-B14F-4D97-AF65-F5344CB8AC3E}">
        <p14:creationId xmlns:p14="http://schemas.microsoft.com/office/powerpoint/2010/main" val="102333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E42164-2F5C-B0B1-D7F7-F9193F4CD46F}"/>
              </a:ext>
            </a:extLst>
          </p:cNvPr>
          <p:cNvSpPr/>
          <p:nvPr/>
        </p:nvSpPr>
        <p:spPr>
          <a:xfrm>
            <a:off x="1490730" y="1985028"/>
            <a:ext cx="1828800" cy="1085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B594EB-C5B6-E2F6-C448-EC8F35283F97}"/>
              </a:ext>
            </a:extLst>
          </p:cNvPr>
          <p:cNvSpPr/>
          <p:nvPr/>
        </p:nvSpPr>
        <p:spPr>
          <a:xfrm>
            <a:off x="4033905" y="1985028"/>
            <a:ext cx="1828800" cy="1085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6746FF-666C-5B00-AF38-CC79351CB327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319530" y="2527953"/>
            <a:ext cx="714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7D20F-72C0-AF49-38E6-3957F491DAF8}"/>
              </a:ext>
            </a:extLst>
          </p:cNvPr>
          <p:cNvSpPr/>
          <p:nvPr/>
        </p:nvSpPr>
        <p:spPr>
          <a:xfrm>
            <a:off x="6443730" y="1985028"/>
            <a:ext cx="1828800" cy="1085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Actual Changing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99F75C-3FFD-169B-74B9-B4CEA6BE2972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5862705" y="2527953"/>
            <a:ext cx="581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81218E-22F6-0261-9A7D-6B3B091FAA34}"/>
              </a:ext>
            </a:extLst>
          </p:cNvPr>
          <p:cNvSpPr/>
          <p:nvPr/>
        </p:nvSpPr>
        <p:spPr>
          <a:xfrm>
            <a:off x="6443730" y="4094914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Kenny – My WM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99A3BA-14C5-2D68-868D-08D9A64F3C7B}"/>
              </a:ext>
            </a:extLst>
          </p:cNvPr>
          <p:cNvSpPr/>
          <p:nvPr/>
        </p:nvSpPr>
        <p:spPr>
          <a:xfrm>
            <a:off x="8869654" y="1985028"/>
            <a:ext cx="1828800" cy="1085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Actual</a:t>
            </a:r>
          </a:p>
          <a:p>
            <a:pPr algn="ctr"/>
            <a:r>
              <a:rPr lang="en-US" dirty="0"/>
              <a:t>Data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47388E-5F9B-C873-EDDE-09ED4F63435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8272530" y="2527953"/>
            <a:ext cx="5971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C1246E1A-C8DE-E895-9BA9-3F2C0D5F5AF2}"/>
              </a:ext>
            </a:extLst>
          </p:cNvPr>
          <p:cNvSpPr/>
          <p:nvPr/>
        </p:nvSpPr>
        <p:spPr>
          <a:xfrm flipH="1">
            <a:off x="2405129" y="412195"/>
            <a:ext cx="7460088" cy="14488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CE23D4E-301E-AF79-E1EC-2562356258E5}"/>
              </a:ext>
            </a:extLst>
          </p:cNvPr>
          <p:cNvSpPr/>
          <p:nvPr/>
        </p:nvSpPr>
        <p:spPr>
          <a:xfrm>
            <a:off x="9296602" y="3804304"/>
            <a:ext cx="974904" cy="450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BC2763-C4BF-1F18-8706-FD2A4D808586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>
            <a:off x="7358130" y="3070878"/>
            <a:ext cx="0" cy="3733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94E75D-ABB4-FDB8-EBD3-747377D3AEC5}"/>
              </a:ext>
            </a:extLst>
          </p:cNvPr>
          <p:cNvCxnSpPr>
            <a:cxnSpLocks/>
          </p:cNvCxnSpPr>
          <p:nvPr/>
        </p:nvCxnSpPr>
        <p:spPr>
          <a:xfrm flipH="1" flipV="1">
            <a:off x="8345510" y="4049606"/>
            <a:ext cx="866775" cy="47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6936AA8-DC97-0D35-D7A6-3DE879F7B381}"/>
              </a:ext>
            </a:extLst>
          </p:cNvPr>
          <p:cNvSpPr/>
          <p:nvPr/>
        </p:nvSpPr>
        <p:spPr>
          <a:xfrm>
            <a:off x="6443730" y="3444230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People – Job Code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D54758-F7A4-0FA2-55D3-42E2855FD8A3}"/>
              </a:ext>
            </a:extLst>
          </p:cNvPr>
          <p:cNvSpPr/>
          <p:nvPr/>
        </p:nvSpPr>
        <p:spPr>
          <a:xfrm>
            <a:off x="4033905" y="3444231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Workforce – Job Code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8AB87C1-641C-3163-6A41-2242AB4C7E3E}"/>
              </a:ext>
            </a:extLst>
          </p:cNvPr>
          <p:cNvSpPr/>
          <p:nvPr/>
        </p:nvSpPr>
        <p:spPr>
          <a:xfrm>
            <a:off x="4033905" y="4139556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ATC - Teaming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8D3691-004E-C352-1567-15D922D752D4}"/>
              </a:ext>
            </a:extLst>
          </p:cNvPr>
          <p:cNvSpPr txBox="1"/>
          <p:nvPr/>
        </p:nvSpPr>
        <p:spPr>
          <a:xfrm>
            <a:off x="323850" y="42863"/>
            <a:ext cx="476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 Code &amp; Teaming Platform Process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C98197-B8EE-2556-CAF2-8ED91D3F171B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>
            <a:off x="4948305" y="3070878"/>
            <a:ext cx="0" cy="3733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1C8D11-6087-A04A-FCD0-3C145C738989}"/>
              </a:ext>
            </a:extLst>
          </p:cNvPr>
          <p:cNvSpPr/>
          <p:nvPr/>
        </p:nvSpPr>
        <p:spPr>
          <a:xfrm>
            <a:off x="1493847" y="5167586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Workforce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E7BAE55-E45C-54DA-8C03-5227E4E36FC4}"/>
              </a:ext>
            </a:extLst>
          </p:cNvPr>
          <p:cNvSpPr/>
          <p:nvPr/>
        </p:nvSpPr>
        <p:spPr>
          <a:xfrm>
            <a:off x="1490729" y="5804687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 Teams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96C645D-C8B7-9E11-A3AA-9C3353F2287E}"/>
              </a:ext>
            </a:extLst>
          </p:cNvPr>
          <p:cNvSpPr/>
          <p:nvPr/>
        </p:nvSpPr>
        <p:spPr>
          <a:xfrm>
            <a:off x="1490729" y="3453552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Codes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A6A58D-54EE-38A4-1422-6D141318A3E4}"/>
              </a:ext>
            </a:extLst>
          </p:cNvPr>
          <p:cNvSpPr/>
          <p:nvPr/>
        </p:nvSpPr>
        <p:spPr>
          <a:xfrm>
            <a:off x="1490729" y="4139556"/>
            <a:ext cx="1828800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Teaming</a:t>
            </a:r>
          </a:p>
        </p:txBody>
      </p:sp>
    </p:spTree>
    <p:extLst>
      <p:ext uri="{BB962C8B-B14F-4D97-AF65-F5344CB8AC3E}">
        <p14:creationId xmlns:p14="http://schemas.microsoft.com/office/powerpoint/2010/main" val="356939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74203-CE0D-E8FE-5A09-519F4A54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BFC45F-C91E-8513-26DE-E5CD832D6E29}"/>
              </a:ext>
            </a:extLst>
          </p:cNvPr>
          <p:cNvSpPr/>
          <p:nvPr/>
        </p:nvSpPr>
        <p:spPr>
          <a:xfrm>
            <a:off x="1418084" y="922985"/>
            <a:ext cx="4463268" cy="6161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Codes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792B34-CE9F-6C26-E412-51E059EC3AFE}"/>
              </a:ext>
            </a:extLst>
          </p:cNvPr>
          <p:cNvSpPr/>
          <p:nvPr/>
        </p:nvSpPr>
        <p:spPr>
          <a:xfrm>
            <a:off x="5911403" y="922984"/>
            <a:ext cx="4504988" cy="6161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7512D2-8D80-94F7-750C-F3CD02C26054}"/>
              </a:ext>
            </a:extLst>
          </p:cNvPr>
          <p:cNvSpPr/>
          <p:nvPr/>
        </p:nvSpPr>
        <p:spPr>
          <a:xfrm>
            <a:off x="4383780" y="3396457"/>
            <a:ext cx="3055245" cy="54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 - Team Structure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8295BA-4E71-07C8-7FEA-F374CBC69649}"/>
              </a:ext>
            </a:extLst>
          </p:cNvPr>
          <p:cNvSpPr/>
          <p:nvPr/>
        </p:nvSpPr>
        <p:spPr>
          <a:xfrm>
            <a:off x="7533403" y="4040850"/>
            <a:ext cx="2882988" cy="6271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 Alignment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A7CA6B-91D1-F4A5-11F7-E6802E44ECA9}"/>
              </a:ext>
            </a:extLst>
          </p:cNvPr>
          <p:cNvSpPr/>
          <p:nvPr/>
        </p:nvSpPr>
        <p:spPr>
          <a:xfrm>
            <a:off x="4391962" y="1609527"/>
            <a:ext cx="2960935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Workforce – Align to Hours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DC58D3-36AF-8FE0-88D4-98395555B55C}"/>
              </a:ext>
            </a:extLst>
          </p:cNvPr>
          <p:cNvSpPr txBox="1"/>
          <p:nvPr/>
        </p:nvSpPr>
        <p:spPr>
          <a:xfrm>
            <a:off x="323850" y="42863"/>
            <a:ext cx="476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 Code &amp; Teaming Platform Process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6143AF-04BD-30A0-40ED-A0A6EFD5FAF9}"/>
              </a:ext>
            </a:extLst>
          </p:cNvPr>
          <p:cNvSpPr/>
          <p:nvPr/>
        </p:nvSpPr>
        <p:spPr>
          <a:xfrm>
            <a:off x="1422846" y="1612041"/>
            <a:ext cx="2882989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People - Own/Manage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FE0BF2-3A67-5145-380E-CBDB7E17DB5F}"/>
              </a:ext>
            </a:extLst>
          </p:cNvPr>
          <p:cNvSpPr/>
          <p:nvPr/>
        </p:nvSpPr>
        <p:spPr>
          <a:xfrm>
            <a:off x="1413322" y="4750453"/>
            <a:ext cx="2882988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 – New Needs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8206E1-6AAA-37DF-8CE0-03520C930385}"/>
              </a:ext>
            </a:extLst>
          </p:cNvPr>
          <p:cNvSpPr/>
          <p:nvPr/>
        </p:nvSpPr>
        <p:spPr>
          <a:xfrm>
            <a:off x="1413322" y="5403383"/>
            <a:ext cx="2882988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 Alignment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99003D-E060-2783-6D7C-73D5B8869737}"/>
              </a:ext>
            </a:extLst>
          </p:cNvPr>
          <p:cNvSpPr/>
          <p:nvPr/>
        </p:nvSpPr>
        <p:spPr>
          <a:xfrm>
            <a:off x="7439024" y="1599913"/>
            <a:ext cx="2960935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Teaming - MyWalmart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3F800-100B-6306-B2AC-12315512008B}"/>
              </a:ext>
            </a:extLst>
          </p:cNvPr>
          <p:cNvSpPr txBox="1"/>
          <p:nvPr/>
        </p:nvSpPr>
        <p:spPr>
          <a:xfrm>
            <a:off x="214648" y="1143066"/>
            <a:ext cx="1313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AE76E-8593-0CEB-5874-442E3442F59F}"/>
              </a:ext>
            </a:extLst>
          </p:cNvPr>
          <p:cNvSpPr txBox="1"/>
          <p:nvPr/>
        </p:nvSpPr>
        <p:spPr>
          <a:xfrm>
            <a:off x="214647" y="2709915"/>
            <a:ext cx="1313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Proposed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B608D1-4110-D6B7-BBA0-E6CFBF50002A}"/>
              </a:ext>
            </a:extLst>
          </p:cNvPr>
          <p:cNvSpPr/>
          <p:nvPr/>
        </p:nvSpPr>
        <p:spPr>
          <a:xfrm>
            <a:off x="1413322" y="2707401"/>
            <a:ext cx="4463268" cy="6161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Codes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800E6A-6DBA-FA99-8E1E-DE2C187F9A03}"/>
              </a:ext>
            </a:extLst>
          </p:cNvPr>
          <p:cNvSpPr/>
          <p:nvPr/>
        </p:nvSpPr>
        <p:spPr>
          <a:xfrm>
            <a:off x="1413322" y="4073455"/>
            <a:ext cx="2882988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Workforce – Align to Hours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6B417C-96EB-74FB-3C09-54E73F399F64}"/>
              </a:ext>
            </a:extLst>
          </p:cNvPr>
          <p:cNvSpPr/>
          <p:nvPr/>
        </p:nvSpPr>
        <p:spPr>
          <a:xfrm>
            <a:off x="1418084" y="3396457"/>
            <a:ext cx="2882989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People - Own/Manage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00ACDE-B9E1-1C46-75B2-A975CADCD6E4}"/>
              </a:ext>
            </a:extLst>
          </p:cNvPr>
          <p:cNvSpPr/>
          <p:nvPr/>
        </p:nvSpPr>
        <p:spPr>
          <a:xfrm>
            <a:off x="5911402" y="2708566"/>
            <a:ext cx="4582935" cy="6161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3CB102-39CC-C493-A66E-C815037ED022}"/>
              </a:ext>
            </a:extLst>
          </p:cNvPr>
          <p:cNvSpPr/>
          <p:nvPr/>
        </p:nvSpPr>
        <p:spPr>
          <a:xfrm>
            <a:off x="7533403" y="3386931"/>
            <a:ext cx="2960935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Teaming - MyWalmart</a:t>
            </a:r>
          </a:p>
        </p:txBody>
      </p:sp>
    </p:spTree>
    <p:extLst>
      <p:ext uri="{BB962C8B-B14F-4D97-AF65-F5344CB8AC3E}">
        <p14:creationId xmlns:p14="http://schemas.microsoft.com/office/powerpoint/2010/main" val="266503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9599C-F8F1-4E7E-006C-44BB8323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7D88CD-8E1A-3A5D-5E8D-EC65ECEF556B}"/>
              </a:ext>
            </a:extLst>
          </p:cNvPr>
          <p:cNvSpPr/>
          <p:nvPr/>
        </p:nvSpPr>
        <p:spPr>
          <a:xfrm>
            <a:off x="323849" y="940730"/>
            <a:ext cx="2882989" cy="1085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Codes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362708-112F-A5D5-3B1D-8B5C987A2578}"/>
              </a:ext>
            </a:extLst>
          </p:cNvPr>
          <p:cNvSpPr/>
          <p:nvPr/>
        </p:nvSpPr>
        <p:spPr>
          <a:xfrm>
            <a:off x="3733398" y="940730"/>
            <a:ext cx="3015132" cy="1085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E7FC9C-9B90-9E06-B676-C5CE4D41BA19}"/>
              </a:ext>
            </a:extLst>
          </p:cNvPr>
          <p:cNvSpPr/>
          <p:nvPr/>
        </p:nvSpPr>
        <p:spPr>
          <a:xfrm>
            <a:off x="3693284" y="2206347"/>
            <a:ext cx="3055245" cy="54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 - Team Structure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865DFA-0544-D7DB-D65E-D25C78DA88DB}"/>
              </a:ext>
            </a:extLst>
          </p:cNvPr>
          <p:cNvSpPr/>
          <p:nvPr/>
        </p:nvSpPr>
        <p:spPr>
          <a:xfrm>
            <a:off x="3693284" y="2895081"/>
            <a:ext cx="3055243" cy="5339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 Alignment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693F7A1-2C00-6461-B659-8BCAAB9DD91B}"/>
              </a:ext>
            </a:extLst>
          </p:cNvPr>
          <p:cNvSpPr/>
          <p:nvPr/>
        </p:nvSpPr>
        <p:spPr>
          <a:xfrm>
            <a:off x="319087" y="2895081"/>
            <a:ext cx="2882988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Workforce – Align to Hours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A04EAC-6511-903A-F4AB-E8D34471D00C}"/>
              </a:ext>
            </a:extLst>
          </p:cNvPr>
          <p:cNvSpPr txBox="1"/>
          <p:nvPr/>
        </p:nvSpPr>
        <p:spPr>
          <a:xfrm>
            <a:off x="323850" y="42863"/>
            <a:ext cx="476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 Code &amp; Teaming Platform Process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3BDF5A-DB3C-9CC5-8EF2-5D9859E1BD8E}"/>
              </a:ext>
            </a:extLst>
          </p:cNvPr>
          <p:cNvSpPr/>
          <p:nvPr/>
        </p:nvSpPr>
        <p:spPr>
          <a:xfrm>
            <a:off x="323849" y="2187297"/>
            <a:ext cx="2882989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People - Own/Manage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892E96-9F3D-819E-57AE-874E9E27CBD1}"/>
              </a:ext>
            </a:extLst>
          </p:cNvPr>
          <p:cNvSpPr/>
          <p:nvPr/>
        </p:nvSpPr>
        <p:spPr>
          <a:xfrm>
            <a:off x="319087" y="3617773"/>
            <a:ext cx="2882988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 – New Needs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53059B9-6EF6-A6C3-5B3A-D986FBC90477}"/>
              </a:ext>
            </a:extLst>
          </p:cNvPr>
          <p:cNvSpPr/>
          <p:nvPr/>
        </p:nvSpPr>
        <p:spPr>
          <a:xfrm>
            <a:off x="319087" y="4325557"/>
            <a:ext cx="2882988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 Alignment</a:t>
            </a:r>
          </a:p>
        </p:txBody>
      </p:sp>
    </p:spTree>
    <p:extLst>
      <p:ext uri="{BB962C8B-B14F-4D97-AF65-F5344CB8AC3E}">
        <p14:creationId xmlns:p14="http://schemas.microsoft.com/office/powerpoint/2010/main" val="149187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F585FD-693E-D52F-B667-0E4FC5ED020C}"/>
              </a:ext>
            </a:extLst>
          </p:cNvPr>
          <p:cNvSpPr txBox="1"/>
          <p:nvPr/>
        </p:nvSpPr>
        <p:spPr>
          <a:xfrm>
            <a:off x="1874183" y="-3690528"/>
            <a:ext cx="6096000" cy="11587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1200"/>
              </a:spcAft>
              <a:buNone/>
            </a:pP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Projects to Review: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Projects in Stores - New Dashboard with AI: </a:t>
            </a:r>
            <a:r>
              <a:rPr lang="en-US" sz="11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  <a:hlinkClick r:id="rId2"/>
              </a:rPr>
              <a:t>Projects Portal - Select Projects in Stores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Need users to use so it can grow and learn.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Once we get Desktop to run at Home Office, users can use all the time.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Store Refresh Business Overview Dashboard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Currently a Weekly Report – Updates on Mondays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Also, a comparison report.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Tour Guides Resources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My WM Exp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Stand alone with AI Agent driven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Put into Daily Tours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Have to wait for Q2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Need a realignment on this Project.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Tour Guides is already farther down the road than Daily Tours.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We have a teams and projects, that we can create and aligned resources.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Projects: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Fashion – Aligned to move forward with </a:t>
            </a:r>
            <a:r>
              <a:rPr lang="en-US" sz="11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MyWm</a:t>
            </a: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Exp, gathering requirements.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EOC – Aligned to move forward with </a:t>
            </a:r>
            <a:r>
              <a:rPr lang="en-US" sz="11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MyWm</a:t>
            </a: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Exp, have requirements.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Fresh – interested but have not meet.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More to come….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Job Codes &amp; Teaming Dashboard: </a:t>
            </a:r>
            <a:r>
              <a:rPr lang="en-US" sz="11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  <a:hlinkClick r:id="rId3"/>
              </a:rPr>
              <a:t>http://leus62315243171.homeoffice.wal-mart.com:8080/static/index.html#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Aligned with Workforce – Steven Reid.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Setting a time to meet with Kenny Harris about ways of working and providing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Need Operational Users to input their request for Job Code and Teaming Updates.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Need a Desktop to run at Home Office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DC to Stores Change Management Notification Email – Attached: Mock email template.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Review attached HTML to make sure it meets requirements and start testing.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Create Static Dashboard for DC’s to see Store, Managers and Contact of who they support.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Need a Desktop to run at Home Office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Test, Deploy, Activate Automated PPT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Report is Finalized - Determining data needs and updating flows.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New Request – Kristii via Tina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Activity Hub – Centralized Visualization and create Centralized Ways of working. Attached: Activity Hub Demo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Phase 1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Main Dashboard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Notification Zone: Task/Alerts/Next steps/</a:t>
            </a:r>
            <a:r>
              <a:rPr lang="en-US" sz="11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Etc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Projects in Stores incorporated and enhanced for a better than Intake Hub Experience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Notifications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Incorporate SIF/AIM scheduling – if not replace.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Other Platforms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Existing Platforms - Incorporate through API: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AMP – Send initial AMP Draft to Submit.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Intake Hub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ELM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Need all API’s for Platforms and data.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Recreate: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Portals – Links to existing reporting, easy way to add, easy way to find.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QuickBase for Current Store List – eventually in AMP, but can’t wait another year.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514600" marR="0" lvl="5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Store List and any needs for Comms.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057400" marR="0" lvl="4" indent="-228600">
              <a:buFont typeface="Courier New" panose="02070309020205020404" pitchFamily="49" charset="0"/>
              <a:buChar char="o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Planning &amp; Event Tracking - SIF/AIM, Store Meeting Planning, Calendar Events 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143000" marR="0" lvl="2" indent="-228600">
              <a:buFont typeface="Wingdings" panose="05000000000000000000" pitchFamily="2" charset="2"/>
              <a:buChar char="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Reporting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AMP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Projects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Work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Modular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600200" marR="0" lvl="3" indent="-228600"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Anything we can.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en-US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18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21506</TotalTime>
  <Words>856</Words>
  <Application>Microsoft Office PowerPoint</Application>
  <PresentationFormat>Widescreen</PresentationFormat>
  <Paragraphs>171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Walmart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Kendall Rush</dc:creator>
  <cp:lastModifiedBy>Kendall Rush</cp:lastModifiedBy>
  <cp:revision>2</cp:revision>
  <dcterms:created xsi:type="dcterms:W3CDTF">2026-01-22T16:42:45Z</dcterms:created>
  <dcterms:modified xsi:type="dcterms:W3CDTF">2026-02-12T18:44:40Z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2026-01-22T16:49:42Z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85181f5e-63f5-442d-a8a8-a566f9d01fd1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