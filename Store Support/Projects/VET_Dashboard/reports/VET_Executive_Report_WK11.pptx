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877824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78638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V.E.T. Executive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78638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</a:rPr>
              <a:t>Walmart Enterprise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8778240" cy="457200"/>
          </a:xfrm>
          <a:prstGeom prst="rect">
            <a:avLst/>
          </a:prstGeom>
          <a:solidFill>
            <a:srgbClr val="FFC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1625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60987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56098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1272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778240" cy="31543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