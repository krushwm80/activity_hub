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684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1415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1689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131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5271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1543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