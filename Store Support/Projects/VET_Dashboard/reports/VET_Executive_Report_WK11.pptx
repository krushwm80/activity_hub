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0321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2621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7403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4794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0483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550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