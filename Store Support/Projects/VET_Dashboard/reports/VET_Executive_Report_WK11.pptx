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8778240" cy="65836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78638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V.E.T. Executive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FFFFFF"/>
                </a:solidFill>
              </a:rPr>
              <a:t>Walmart Enterprise Transformation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126480"/>
            <a:ext cx="8778240" cy="45720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5553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58707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35271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31543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