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7315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Dallas Team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Walmart Enterprise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877824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118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566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675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3163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9668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