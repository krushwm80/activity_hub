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8778240" cy="65836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park_Bl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731520"/>
            <a:ext cx="1828800" cy="1828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286000"/>
            <a:ext cx="786384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Dallas Team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78638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FFFFFF"/>
                </a:solidFill>
              </a:rPr>
              <a:t>Walmart Enterprise Transformation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26480"/>
            <a:ext cx="8778240" cy="45720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41188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437980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417478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496688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