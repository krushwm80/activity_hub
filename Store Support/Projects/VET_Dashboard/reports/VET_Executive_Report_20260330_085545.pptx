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Walmart Enterprise Transformation - WK09, WK10, WK11, WK12, WK13, WK15, WK16, WK17, WK18, WK19, WK20, WK21, WK22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Authentication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1440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POS Modernization 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Store Network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Mobile App Stability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Backend API 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49</a:t>
            </a:r>
            <a:br/>
            <a:r>
              <a:t>Total Stores Impacted: 7,748</a:t>
            </a:r>
            <a:br/>
            <a:r>
              <a:t>On Track: 44</a:t>
            </a:r>
            <a:br/>
            <a:r>
              <a:t>At Risk: 5</a:t>
            </a:r>
            <a:br/>
            <a:r>
              <a:t>Off Track: 0</a:t>
            </a:r>
            <a:br/>
            <a:br/>
            <a:r>
              <a:t>Key Insights:</a:t>
            </a:r>
            <a:br/>
            <a:r>
              <a:t>• 89.8% of initiatives are on track</a:t>
            </a:r>
            <a:br/>
            <a:r>
              <a:t>• 10.2% of initiatives are at risk</a:t>
            </a:r>
            <a:br/>
            <a:r>
              <a:t>• 0.0% of initiatives are off track</a:t>
            </a:r>
            <a:br/>
            <a:r>
              <a:t>• Average stores per initiative: 158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30, 2026 at 08:55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