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2" r:id="rId3"/>
    <p:sldId id="256" r:id="rId4"/>
    <p:sldId id="257" r:id="rId5"/>
    <p:sldId id="258" r:id="rId6"/>
    <p:sldId id="263" r:id="rId7"/>
    <p:sldId id="264" r:id="rId8"/>
    <p:sldId id="259" r:id="rId9"/>
    <p:sldId id="260" r:id="rId10"/>
    <p:sldId id="261" r:id="rId11"/>
  </p:sldIdLst>
  <p:sldSz cx="8778875" cy="6583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5AA7AB-7364-422B-9809-1DB49C1DFFF5}" v="5" dt="2026-04-03T17:06:39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0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dall Rush" userId="60075ca7-3084-4674-b772-4d1ca32624c2" providerId="ADAL" clId="{589D1FF1-67C4-43B3-9EAE-3DDB2B05CBD1}"/>
    <pc:docChg chg="undo custSel addSld modSld">
      <pc:chgData name="Kendall Rush" userId="60075ca7-3084-4674-b772-4d1ca32624c2" providerId="ADAL" clId="{589D1FF1-67C4-43B3-9EAE-3DDB2B05CBD1}" dt="2026-04-03T17:06:41.319" v="61" actId="478"/>
      <pc:docMkLst>
        <pc:docMk/>
      </pc:docMkLst>
      <pc:sldChg chg="addSp delSp modSp mod">
        <pc:chgData name="Kendall Rush" userId="60075ca7-3084-4674-b772-4d1ca32624c2" providerId="ADAL" clId="{589D1FF1-67C4-43B3-9EAE-3DDB2B05CBD1}" dt="2026-04-03T15:48:58.403" v="3" actId="478"/>
        <pc:sldMkLst>
          <pc:docMk/>
          <pc:sldMk cId="0" sldId="257"/>
        </pc:sldMkLst>
        <pc:picChg chg="add del mod">
          <ac:chgData name="Kendall Rush" userId="60075ca7-3084-4674-b772-4d1ca32624c2" providerId="ADAL" clId="{589D1FF1-67C4-43B3-9EAE-3DDB2B05CBD1}" dt="2026-04-03T15:48:58.403" v="3" actId="478"/>
          <ac:picMkLst>
            <pc:docMk/>
            <pc:sldMk cId="0" sldId="257"/>
            <ac:picMk id="4" creationId="{D85CA651-256A-0232-470C-862E218194ED}"/>
          </ac:picMkLst>
        </pc:picChg>
      </pc:sldChg>
      <pc:sldChg chg="addSp delSp modSp new mod">
        <pc:chgData name="Kendall Rush" userId="60075ca7-3084-4674-b772-4d1ca32624c2" providerId="ADAL" clId="{589D1FF1-67C4-43B3-9EAE-3DDB2B05CBD1}" dt="2026-04-03T16:50:19.514" v="48" actId="14100"/>
        <pc:sldMkLst>
          <pc:docMk/>
          <pc:sldMk cId="1087868263" sldId="263"/>
        </pc:sldMkLst>
        <pc:picChg chg="add">
          <ac:chgData name="Kendall Rush" userId="60075ca7-3084-4674-b772-4d1ca32624c2" providerId="ADAL" clId="{589D1FF1-67C4-43B3-9EAE-3DDB2B05CBD1}" dt="2026-04-03T16:46:03.854" v="5" actId="22"/>
          <ac:picMkLst>
            <pc:docMk/>
            <pc:sldMk cId="1087868263" sldId="263"/>
            <ac:picMk id="3" creationId="{A6853823-9C4F-3A91-711A-B90F13E37065}"/>
          </ac:picMkLst>
        </pc:picChg>
        <pc:picChg chg="add del mod">
          <ac:chgData name="Kendall Rush" userId="60075ca7-3084-4674-b772-4d1ca32624c2" providerId="ADAL" clId="{589D1FF1-67C4-43B3-9EAE-3DDB2B05CBD1}" dt="2026-04-03T16:46:30.320" v="19" actId="478"/>
          <ac:picMkLst>
            <pc:docMk/>
            <pc:sldMk cId="1087868263" sldId="263"/>
            <ac:picMk id="5" creationId="{E1399746-7CD2-98AE-E70C-A75BE5731BA8}"/>
          </ac:picMkLst>
        </pc:picChg>
        <pc:picChg chg="add del mod">
          <ac:chgData name="Kendall Rush" userId="60075ca7-3084-4674-b772-4d1ca32624c2" providerId="ADAL" clId="{589D1FF1-67C4-43B3-9EAE-3DDB2B05CBD1}" dt="2026-04-03T16:46:29.819" v="18" actId="478"/>
          <ac:picMkLst>
            <pc:docMk/>
            <pc:sldMk cId="1087868263" sldId="263"/>
            <ac:picMk id="7" creationId="{D275420C-B889-4BA8-D0D3-AB6FFBD1C25F}"/>
          </ac:picMkLst>
        </pc:picChg>
        <pc:picChg chg="add del mod">
          <ac:chgData name="Kendall Rush" userId="60075ca7-3084-4674-b772-4d1ca32624c2" providerId="ADAL" clId="{589D1FF1-67C4-43B3-9EAE-3DDB2B05CBD1}" dt="2026-04-03T16:46:29.210" v="17" actId="478"/>
          <ac:picMkLst>
            <pc:docMk/>
            <pc:sldMk cId="1087868263" sldId="263"/>
            <ac:picMk id="9" creationId="{95C92D61-4317-C0CD-417D-8C2DF31D280E}"/>
          </ac:picMkLst>
        </pc:picChg>
        <pc:picChg chg="add mod">
          <ac:chgData name="Kendall Rush" userId="60075ca7-3084-4674-b772-4d1ca32624c2" providerId="ADAL" clId="{589D1FF1-67C4-43B3-9EAE-3DDB2B05CBD1}" dt="2026-04-03T16:50:19.514" v="48" actId="14100"/>
          <ac:picMkLst>
            <pc:docMk/>
            <pc:sldMk cId="1087868263" sldId="263"/>
            <ac:picMk id="11" creationId="{1C86D884-9FAA-F434-1961-6373B8FCAC25}"/>
          </ac:picMkLst>
        </pc:picChg>
        <pc:picChg chg="add mod modCrop">
          <ac:chgData name="Kendall Rush" userId="60075ca7-3084-4674-b772-4d1ca32624c2" providerId="ADAL" clId="{589D1FF1-67C4-43B3-9EAE-3DDB2B05CBD1}" dt="2026-04-03T16:47:26.553" v="46" actId="14100"/>
          <ac:picMkLst>
            <pc:docMk/>
            <pc:sldMk cId="1087868263" sldId="263"/>
            <ac:picMk id="13" creationId="{6F63E693-7333-3063-ED6D-8CBDC59585FE}"/>
          </ac:picMkLst>
        </pc:picChg>
      </pc:sldChg>
      <pc:sldChg chg="addSp delSp modSp new mod">
        <pc:chgData name="Kendall Rush" userId="60075ca7-3084-4674-b772-4d1ca32624c2" providerId="ADAL" clId="{589D1FF1-67C4-43B3-9EAE-3DDB2B05CBD1}" dt="2026-04-03T17:06:41.319" v="61" actId="478"/>
        <pc:sldMkLst>
          <pc:docMk/>
          <pc:sldMk cId="401494863" sldId="264"/>
        </pc:sldMkLst>
        <pc:picChg chg="add del mod">
          <ac:chgData name="Kendall Rush" userId="60075ca7-3084-4674-b772-4d1ca32624c2" providerId="ADAL" clId="{589D1FF1-67C4-43B3-9EAE-3DDB2B05CBD1}" dt="2026-04-03T16:52:58.023" v="55" actId="478"/>
          <ac:picMkLst>
            <pc:docMk/>
            <pc:sldMk cId="401494863" sldId="264"/>
            <ac:picMk id="2" creationId="{A32C2C71-1AB1-8B36-5B9A-17B5FF383255}"/>
          </ac:picMkLst>
        </pc:picChg>
        <pc:picChg chg="add del mod">
          <ac:chgData name="Kendall Rush" userId="60075ca7-3084-4674-b772-4d1ca32624c2" providerId="ADAL" clId="{589D1FF1-67C4-43B3-9EAE-3DDB2B05CBD1}" dt="2026-04-03T17:06:41.319" v="61" actId="478"/>
          <ac:picMkLst>
            <pc:docMk/>
            <pc:sldMk cId="401494863" sldId="264"/>
            <ac:picMk id="3" creationId="{4717D8D2-685C-A26B-DFC8-2CA4C33580EB}"/>
          </ac:picMkLst>
        </pc:picChg>
        <pc:picChg chg="add mod">
          <ac:chgData name="Kendall Rush" userId="60075ca7-3084-4674-b772-4d1ca32624c2" providerId="ADAL" clId="{589D1FF1-67C4-43B3-9EAE-3DDB2B05CBD1}" dt="2026-04-03T17:06:39.463" v="60" actId="1076"/>
          <ac:picMkLst>
            <pc:docMk/>
            <pc:sldMk cId="401494863" sldId="264"/>
            <ac:picMk id="1026" creationId="{2F8FE0FA-4C35-8144-B893-7FFC1EB59EB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416" y="2045110"/>
            <a:ext cx="7462044" cy="14111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831" y="3730572"/>
            <a:ext cx="6145213" cy="168241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38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77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16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33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72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51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053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471" y="4230421"/>
            <a:ext cx="7462044" cy="1307529"/>
          </a:xfrm>
        </p:spPr>
        <p:txBody>
          <a:bodyPr anchor="t"/>
          <a:lstStyle>
            <a:lvl1pPr algn="l">
              <a:defRPr sz="384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471" y="2790311"/>
            <a:ext cx="7462044" cy="1440110"/>
          </a:xfrm>
        </p:spPr>
        <p:txBody>
          <a:bodyPr anchor="b"/>
          <a:lstStyle>
            <a:lvl1pPr marL="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1pPr>
            <a:lvl2pPr marL="438912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2pPr>
            <a:lvl3pPr marL="877824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3pPr>
            <a:lvl4pPr marL="131673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755648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219456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63347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3072384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5112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35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8944" y="1536119"/>
            <a:ext cx="3877336" cy="4344715"/>
          </a:xfrm>
        </p:spPr>
        <p:txBody>
          <a:bodyPr/>
          <a:lstStyle>
            <a:lvl1pPr>
              <a:defRPr sz="2688"/>
            </a:lvl1pPr>
            <a:lvl2pPr>
              <a:defRPr sz="2304"/>
            </a:lvl2pPr>
            <a:lvl3pPr>
              <a:defRPr sz="1920"/>
            </a:lvl3pPr>
            <a:lvl4pPr>
              <a:defRPr sz="1728"/>
            </a:lvl4pPr>
            <a:lvl5pPr>
              <a:defRPr sz="1728"/>
            </a:lvl5pPr>
            <a:lvl6pPr>
              <a:defRPr sz="1728"/>
            </a:lvl6pPr>
            <a:lvl7pPr>
              <a:defRPr sz="1728"/>
            </a:lvl7pPr>
            <a:lvl8pPr>
              <a:defRPr sz="1728"/>
            </a:lvl8pPr>
            <a:lvl9pPr>
              <a:defRPr sz="17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595" y="1536119"/>
            <a:ext cx="3877336" cy="4344715"/>
          </a:xfrm>
        </p:spPr>
        <p:txBody>
          <a:bodyPr/>
          <a:lstStyle>
            <a:lvl1pPr>
              <a:defRPr sz="2688"/>
            </a:lvl1pPr>
            <a:lvl2pPr>
              <a:defRPr sz="2304"/>
            </a:lvl2pPr>
            <a:lvl3pPr>
              <a:defRPr sz="1920"/>
            </a:lvl3pPr>
            <a:lvl4pPr>
              <a:defRPr sz="1728"/>
            </a:lvl4pPr>
            <a:lvl5pPr>
              <a:defRPr sz="1728"/>
            </a:lvl5pPr>
            <a:lvl6pPr>
              <a:defRPr sz="1728"/>
            </a:lvl6pPr>
            <a:lvl7pPr>
              <a:defRPr sz="1728"/>
            </a:lvl7pPr>
            <a:lvl8pPr>
              <a:defRPr sz="1728"/>
            </a:lvl8pPr>
            <a:lvl9pPr>
              <a:defRPr sz="17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19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8944" y="1473637"/>
            <a:ext cx="3878861" cy="614142"/>
          </a:xfrm>
        </p:spPr>
        <p:txBody>
          <a:bodyPr anchor="b"/>
          <a:lstStyle>
            <a:lvl1pPr marL="0" indent="0">
              <a:buNone/>
              <a:defRPr sz="2304" b="1"/>
            </a:lvl1pPr>
            <a:lvl2pPr marL="438912" indent="0">
              <a:buNone/>
              <a:defRPr sz="1920" b="1"/>
            </a:lvl2pPr>
            <a:lvl3pPr marL="877824" indent="0">
              <a:buNone/>
              <a:defRPr sz="1728" b="1"/>
            </a:lvl3pPr>
            <a:lvl4pPr marL="1316736" indent="0">
              <a:buNone/>
              <a:defRPr sz="1536" b="1"/>
            </a:lvl4pPr>
            <a:lvl5pPr marL="1755648" indent="0">
              <a:buNone/>
              <a:defRPr sz="1536" b="1"/>
            </a:lvl5pPr>
            <a:lvl6pPr marL="2194560" indent="0">
              <a:buNone/>
              <a:defRPr sz="1536" b="1"/>
            </a:lvl6pPr>
            <a:lvl7pPr marL="2633472" indent="0">
              <a:buNone/>
              <a:defRPr sz="1536" b="1"/>
            </a:lvl7pPr>
            <a:lvl8pPr marL="3072384" indent="0">
              <a:buNone/>
              <a:defRPr sz="1536" b="1"/>
            </a:lvl8pPr>
            <a:lvl9pPr marL="3511296" indent="0">
              <a:buNone/>
              <a:defRPr sz="15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8944" y="2087779"/>
            <a:ext cx="3878861" cy="3793054"/>
          </a:xfrm>
        </p:spPr>
        <p:txBody>
          <a:bodyPr/>
          <a:lstStyle>
            <a:lvl1pPr>
              <a:defRPr sz="2304"/>
            </a:lvl1pPr>
            <a:lvl2pPr>
              <a:defRPr sz="1920"/>
            </a:lvl2pPr>
            <a:lvl3pPr>
              <a:defRPr sz="1728"/>
            </a:lvl3pPr>
            <a:lvl4pPr>
              <a:defRPr sz="1536"/>
            </a:lvl4pPr>
            <a:lvl5pPr>
              <a:defRPr sz="1536"/>
            </a:lvl5pPr>
            <a:lvl6pPr>
              <a:defRPr sz="1536"/>
            </a:lvl6pPr>
            <a:lvl7pPr>
              <a:defRPr sz="1536"/>
            </a:lvl7pPr>
            <a:lvl8pPr>
              <a:defRPr sz="1536"/>
            </a:lvl8pPr>
            <a:lvl9pPr>
              <a:defRPr sz="15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9547" y="1473637"/>
            <a:ext cx="3880385" cy="614142"/>
          </a:xfrm>
        </p:spPr>
        <p:txBody>
          <a:bodyPr anchor="b"/>
          <a:lstStyle>
            <a:lvl1pPr marL="0" indent="0">
              <a:buNone/>
              <a:defRPr sz="2304" b="1"/>
            </a:lvl1pPr>
            <a:lvl2pPr marL="438912" indent="0">
              <a:buNone/>
              <a:defRPr sz="1920" b="1"/>
            </a:lvl2pPr>
            <a:lvl3pPr marL="877824" indent="0">
              <a:buNone/>
              <a:defRPr sz="1728" b="1"/>
            </a:lvl3pPr>
            <a:lvl4pPr marL="1316736" indent="0">
              <a:buNone/>
              <a:defRPr sz="1536" b="1"/>
            </a:lvl4pPr>
            <a:lvl5pPr marL="1755648" indent="0">
              <a:buNone/>
              <a:defRPr sz="1536" b="1"/>
            </a:lvl5pPr>
            <a:lvl6pPr marL="2194560" indent="0">
              <a:buNone/>
              <a:defRPr sz="1536" b="1"/>
            </a:lvl6pPr>
            <a:lvl7pPr marL="2633472" indent="0">
              <a:buNone/>
              <a:defRPr sz="1536" b="1"/>
            </a:lvl7pPr>
            <a:lvl8pPr marL="3072384" indent="0">
              <a:buNone/>
              <a:defRPr sz="1536" b="1"/>
            </a:lvl8pPr>
            <a:lvl9pPr marL="3511296" indent="0">
              <a:buNone/>
              <a:defRPr sz="15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59547" y="2087779"/>
            <a:ext cx="3880385" cy="3793054"/>
          </a:xfrm>
        </p:spPr>
        <p:txBody>
          <a:bodyPr/>
          <a:lstStyle>
            <a:lvl1pPr>
              <a:defRPr sz="2304"/>
            </a:lvl1pPr>
            <a:lvl2pPr>
              <a:defRPr sz="1920"/>
            </a:lvl2pPr>
            <a:lvl3pPr>
              <a:defRPr sz="1728"/>
            </a:lvl3pPr>
            <a:lvl4pPr>
              <a:defRPr sz="1536"/>
            </a:lvl4pPr>
            <a:lvl5pPr>
              <a:defRPr sz="1536"/>
            </a:lvl5pPr>
            <a:lvl6pPr>
              <a:defRPr sz="1536"/>
            </a:lvl6pPr>
            <a:lvl7pPr>
              <a:defRPr sz="1536"/>
            </a:lvl7pPr>
            <a:lvl8pPr>
              <a:defRPr sz="1536"/>
            </a:lvl8pPr>
            <a:lvl9pPr>
              <a:defRPr sz="15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77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04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22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44" y="262116"/>
            <a:ext cx="2888189" cy="1115514"/>
          </a:xfrm>
        </p:spPr>
        <p:txBody>
          <a:bodyPr anchor="b"/>
          <a:lstStyle>
            <a:lvl1pPr algn="l">
              <a:defRPr sz="192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2296" y="262116"/>
            <a:ext cx="4907635" cy="5618718"/>
          </a:xfrm>
        </p:spPr>
        <p:txBody>
          <a:bodyPr/>
          <a:lstStyle>
            <a:lvl1pPr>
              <a:defRPr sz="3072"/>
            </a:lvl1pPr>
            <a:lvl2pPr>
              <a:defRPr sz="2688"/>
            </a:lvl2pPr>
            <a:lvl3pPr>
              <a:defRPr sz="2304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8944" y="1377630"/>
            <a:ext cx="2888189" cy="4503204"/>
          </a:xfrm>
        </p:spPr>
        <p:txBody>
          <a:bodyPr/>
          <a:lstStyle>
            <a:lvl1pPr marL="0" indent="0">
              <a:buNone/>
              <a:defRPr sz="1344"/>
            </a:lvl1pPr>
            <a:lvl2pPr marL="438912" indent="0">
              <a:buNone/>
              <a:defRPr sz="1152"/>
            </a:lvl2pPr>
            <a:lvl3pPr marL="877824" indent="0">
              <a:buNone/>
              <a:defRPr sz="960"/>
            </a:lvl3pPr>
            <a:lvl4pPr marL="1316736" indent="0">
              <a:buNone/>
              <a:defRPr sz="864"/>
            </a:lvl4pPr>
            <a:lvl5pPr marL="1755648" indent="0">
              <a:buNone/>
              <a:defRPr sz="864"/>
            </a:lvl5pPr>
            <a:lvl6pPr marL="2194560" indent="0">
              <a:buNone/>
              <a:defRPr sz="864"/>
            </a:lvl6pPr>
            <a:lvl7pPr marL="2633472" indent="0">
              <a:buNone/>
              <a:defRPr sz="864"/>
            </a:lvl7pPr>
            <a:lvl8pPr marL="3072384" indent="0">
              <a:buNone/>
              <a:defRPr sz="864"/>
            </a:lvl8pPr>
            <a:lvl9pPr marL="3511296" indent="0">
              <a:buNone/>
              <a:defRPr sz="86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71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0721" y="4608354"/>
            <a:ext cx="5267325" cy="544042"/>
          </a:xfrm>
        </p:spPr>
        <p:txBody>
          <a:bodyPr anchor="b"/>
          <a:lstStyle>
            <a:lvl1pPr algn="l">
              <a:defRPr sz="192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20721" y="588236"/>
            <a:ext cx="5267325" cy="3950018"/>
          </a:xfrm>
        </p:spPr>
        <p:txBody>
          <a:bodyPr/>
          <a:lstStyle>
            <a:lvl1pPr marL="0" indent="0">
              <a:buNone/>
              <a:defRPr sz="3072"/>
            </a:lvl1pPr>
            <a:lvl2pPr marL="438912" indent="0">
              <a:buNone/>
              <a:defRPr sz="2688"/>
            </a:lvl2pPr>
            <a:lvl3pPr marL="877824" indent="0">
              <a:buNone/>
              <a:defRPr sz="2304"/>
            </a:lvl3pPr>
            <a:lvl4pPr marL="1316736" indent="0">
              <a:buNone/>
              <a:defRPr sz="1920"/>
            </a:lvl4pPr>
            <a:lvl5pPr marL="1755648" indent="0">
              <a:buNone/>
              <a:defRPr sz="1920"/>
            </a:lvl5pPr>
            <a:lvl6pPr marL="2194560" indent="0">
              <a:buNone/>
              <a:defRPr sz="1920"/>
            </a:lvl6pPr>
            <a:lvl7pPr marL="2633472" indent="0">
              <a:buNone/>
              <a:defRPr sz="1920"/>
            </a:lvl7pPr>
            <a:lvl8pPr marL="3072384" indent="0">
              <a:buNone/>
              <a:defRPr sz="1920"/>
            </a:lvl8pPr>
            <a:lvl9pPr marL="3511296" indent="0">
              <a:buNone/>
              <a:defRPr sz="192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0721" y="5152397"/>
            <a:ext cx="5267325" cy="772630"/>
          </a:xfrm>
        </p:spPr>
        <p:txBody>
          <a:bodyPr/>
          <a:lstStyle>
            <a:lvl1pPr marL="0" indent="0">
              <a:buNone/>
              <a:defRPr sz="1344"/>
            </a:lvl1pPr>
            <a:lvl2pPr marL="438912" indent="0">
              <a:buNone/>
              <a:defRPr sz="1152"/>
            </a:lvl2pPr>
            <a:lvl3pPr marL="877824" indent="0">
              <a:buNone/>
              <a:defRPr sz="960"/>
            </a:lvl3pPr>
            <a:lvl4pPr marL="1316736" indent="0">
              <a:buNone/>
              <a:defRPr sz="864"/>
            </a:lvl4pPr>
            <a:lvl5pPr marL="1755648" indent="0">
              <a:buNone/>
              <a:defRPr sz="864"/>
            </a:lvl5pPr>
            <a:lvl6pPr marL="2194560" indent="0">
              <a:buNone/>
              <a:defRPr sz="864"/>
            </a:lvl6pPr>
            <a:lvl7pPr marL="2633472" indent="0">
              <a:buNone/>
              <a:defRPr sz="864"/>
            </a:lvl7pPr>
            <a:lvl8pPr marL="3072384" indent="0">
              <a:buNone/>
              <a:defRPr sz="864"/>
            </a:lvl8pPr>
            <a:lvl9pPr marL="3511296" indent="0">
              <a:buNone/>
              <a:defRPr sz="86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104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42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4684" y="263640"/>
            <a:ext cx="1975247" cy="56171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8944" y="263640"/>
            <a:ext cx="5779426" cy="56171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7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8944" y="263640"/>
            <a:ext cx="7900988" cy="1097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8944" y="1536119"/>
            <a:ext cx="7900988" cy="4344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8944" y="6101803"/>
            <a:ext cx="2048404" cy="350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9449" y="6101803"/>
            <a:ext cx="2779977" cy="350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91527" y="6101803"/>
            <a:ext cx="2048404" cy="3505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5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38912" rtl="0" eaLnBrk="1" latinLnBrk="0" hangingPunct="1">
        <a:spcBef>
          <a:spcPct val="0"/>
        </a:spcBef>
        <a:buNone/>
        <a:defRPr sz="42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9184" indent="-329184" algn="l" defTabSz="438912" rtl="0" eaLnBrk="1" latinLnBrk="0" hangingPunct="1">
        <a:spcBef>
          <a:spcPct val="20000"/>
        </a:spcBef>
        <a:buFont typeface="Arial"/>
        <a:buChar char="•"/>
        <a:defRPr sz="3072" kern="1200">
          <a:solidFill>
            <a:schemeClr val="tx1"/>
          </a:solidFill>
          <a:latin typeface="+mn-lt"/>
          <a:ea typeface="+mn-ea"/>
          <a:cs typeface="+mn-cs"/>
        </a:defRPr>
      </a:lvl1pPr>
      <a:lvl2pPr marL="713232" indent="-274320" algn="l" defTabSz="438912" rtl="0" eaLnBrk="1" latinLnBrk="0" hangingPunct="1">
        <a:spcBef>
          <a:spcPct val="20000"/>
        </a:spcBef>
        <a:buFont typeface="Arial"/>
        <a:buChar char="–"/>
        <a:defRPr sz="2688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219456" algn="l" defTabSz="438912" rtl="0" eaLnBrk="1" latinLnBrk="0" hangingPunct="1">
        <a:spcBef>
          <a:spcPct val="20000"/>
        </a:spcBef>
        <a:buFont typeface="Arial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3pPr>
      <a:lvl4pPr marL="1536192" indent="-219456" algn="l" defTabSz="438912" rtl="0" eaLnBrk="1" latinLnBrk="0" hangingPunct="1">
        <a:spcBef>
          <a:spcPct val="20000"/>
        </a:spcBef>
        <a:buFont typeface="Arial"/>
        <a:buChar char="–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indent="-219456" algn="l" defTabSz="438912" rtl="0" eaLnBrk="1" latinLnBrk="0" hangingPunct="1">
        <a:spcBef>
          <a:spcPct val="20000"/>
        </a:spcBef>
        <a:buFont typeface="Arial"/>
        <a:buChar char="»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14016" indent="-219456" algn="l" defTabSz="438912" rtl="0" eaLnBrk="1" latinLnBrk="0" hangingPunct="1">
        <a:spcBef>
          <a:spcPct val="20000"/>
        </a:spcBef>
        <a:buFont typeface="Arial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852928" indent="-219456" algn="l" defTabSz="438912" rtl="0" eaLnBrk="1" latinLnBrk="0" hangingPunct="1">
        <a:spcBef>
          <a:spcPct val="20000"/>
        </a:spcBef>
        <a:buFont typeface="Arial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291840" indent="-219456" algn="l" defTabSz="438912" rtl="0" eaLnBrk="1" latinLnBrk="0" hangingPunct="1">
        <a:spcBef>
          <a:spcPct val="20000"/>
        </a:spcBef>
        <a:buFont typeface="Arial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730752" indent="-219456" algn="l" defTabSz="438912" rtl="0" eaLnBrk="1" latinLnBrk="0" hangingPunct="1">
        <a:spcBef>
          <a:spcPct val="20000"/>
        </a:spcBef>
        <a:buFont typeface="Arial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algn="l" defTabSz="438912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2pPr>
      <a:lvl3pPr marL="877824" algn="l" defTabSz="438912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3pPr>
      <a:lvl4pPr marL="1316736" algn="l" defTabSz="438912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4pPr>
      <a:lvl5pPr marL="1755648" algn="l" defTabSz="438912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5pPr>
      <a:lvl6pPr marL="2194560" algn="l" defTabSz="438912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6pPr>
      <a:lvl7pPr marL="2633472" algn="l" defTabSz="438912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7pPr>
      <a:lvl8pPr marL="3072384" algn="l" defTabSz="438912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8pPr>
      <a:lvl9pPr marL="3511296" algn="l" defTabSz="438912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7277" y="2194455"/>
            <a:ext cx="5244321" cy="742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38912"/>
            <a:r>
              <a:rPr sz="4224" b="1">
                <a:solidFill>
                  <a:srgbClr val="FFFFFF"/>
                </a:solidFill>
                <a:latin typeface="Calibri"/>
              </a:rPr>
              <a:t>V.E.T.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9953" y="3686683"/>
            <a:ext cx="3718968" cy="3877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38912"/>
            <a:r>
              <a:rPr sz="1920">
                <a:solidFill>
                  <a:srgbClr val="FFFFFF"/>
                </a:solidFill>
                <a:latin typeface="Calibri"/>
              </a:rPr>
              <a:t>Walmart Enterprise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9" y="6144471"/>
            <a:ext cx="8777817" cy="438891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38912"/>
            <a:endParaRPr sz="1728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A248B4C-8890-A170-8658-51F3C48DA538}"/>
              </a:ext>
            </a:extLst>
          </p:cNvPr>
          <p:cNvGrpSpPr/>
          <p:nvPr/>
        </p:nvGrpSpPr>
        <p:grpSpPr>
          <a:xfrm>
            <a:off x="0" y="-1"/>
            <a:ext cx="8642460" cy="4895850"/>
            <a:chOff x="0" y="-1"/>
            <a:chExt cx="8642460" cy="4895850"/>
          </a:xfrm>
        </p:grpSpPr>
        <p:pic>
          <p:nvPicPr>
            <p:cNvPr id="2" name="Picture 1" descr="image.png"/>
            <p:cNvPicPr>
              <a:picLocks noChangeAspect="1"/>
            </p:cNvPicPr>
            <p:nvPr/>
          </p:nvPicPr>
          <p:blipFill>
            <a:blip r:embed="rId2"/>
            <a:srcRect r="13760" b="79441"/>
            <a:stretch>
              <a:fillRect/>
            </a:stretch>
          </p:blipFill>
          <p:spPr>
            <a:xfrm>
              <a:off x="0" y="-1"/>
              <a:ext cx="8506047" cy="928453"/>
            </a:xfrm>
            <a:prstGeom prst="rect">
              <a:avLst/>
            </a:prstGeom>
          </p:spPr>
        </p:pic>
        <p:pic>
          <p:nvPicPr>
            <p:cNvPr id="7" name="Picture 6" descr="image.png">
              <a:extLst>
                <a:ext uri="{FF2B5EF4-FFF2-40B4-BE49-F238E27FC236}">
                  <a16:creationId xmlns:a16="http://schemas.microsoft.com/office/drawing/2014/main" id="{E40F8230-09C0-1D85-5438-E31AEB2A4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3" t="21374" r="4440" b="67327"/>
            <a:stretch>
              <a:fillRect/>
            </a:stretch>
          </p:blipFill>
          <p:spPr>
            <a:xfrm>
              <a:off x="136413" y="1099820"/>
              <a:ext cx="8506047" cy="709929"/>
            </a:xfrm>
            <a:prstGeom prst="rect">
              <a:avLst/>
            </a:prstGeom>
          </p:spPr>
        </p:pic>
        <p:pic>
          <p:nvPicPr>
            <p:cNvPr id="8" name="Picture 7" descr="image.png">
              <a:extLst>
                <a:ext uri="{FF2B5EF4-FFF2-40B4-BE49-F238E27FC236}">
                  <a16:creationId xmlns:a16="http://schemas.microsoft.com/office/drawing/2014/main" id="{F504A55A-F05A-854E-A759-F9EB33409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3" t="34099" r="1420" b="7535"/>
            <a:stretch>
              <a:fillRect/>
            </a:stretch>
          </p:blipFill>
          <p:spPr>
            <a:xfrm>
              <a:off x="136413" y="1809749"/>
              <a:ext cx="8506047" cy="3086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44986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853823-9C4F-3A91-711A-B90F13E37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69" y="0"/>
            <a:ext cx="7650936" cy="6583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86D884-9FAA-F434-1961-6373B8FCA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04" y="904395"/>
            <a:ext cx="3413051" cy="17268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63E693-7333-3063-ED6D-8CBDC59585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432" b="45300"/>
          <a:stretch>
            <a:fillRect/>
          </a:stretch>
        </p:blipFill>
        <p:spPr>
          <a:xfrm>
            <a:off x="738963" y="3535688"/>
            <a:ext cx="7203558" cy="251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68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F8FE0FA-4C35-8144-B893-7FFC1EB59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58" y="169735"/>
            <a:ext cx="7203558" cy="742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9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2685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11</Words>
  <Application>Microsoft Office PowerPoint</Application>
  <PresentationFormat>Custom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Kendall Rush</dc:creator>
  <cp:keywords/>
  <dc:description>generated using python-pptx</dc:description>
  <cp:lastModifiedBy>Kendall Rush</cp:lastModifiedBy>
  <cp:revision>2</cp:revision>
  <dcterms:created xsi:type="dcterms:W3CDTF">2013-01-27T09:14:16Z</dcterms:created>
  <dcterms:modified xsi:type="dcterms:W3CDTF">2026-04-03T17:06:51Z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2026-04-03T14:24:00Z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671d316f-beab-40ee-9988-a1d33c31ba43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