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44143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20673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57512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35319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21567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12190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