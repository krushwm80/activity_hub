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V.E.T.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98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354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19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