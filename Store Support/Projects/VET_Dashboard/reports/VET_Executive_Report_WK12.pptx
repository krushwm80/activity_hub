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7863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Walmart Enterprise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8778240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0693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1141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609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6098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12720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16307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