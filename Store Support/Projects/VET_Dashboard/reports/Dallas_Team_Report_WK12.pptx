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8778240" cy="658368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park_Bla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731520"/>
            <a:ext cx="1828800" cy="1828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286000"/>
            <a:ext cx="786384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Dallas Team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FFFFFF"/>
                </a:solidFill>
              </a:rPr>
              <a:t>Walmart Enterprise Transformation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126480"/>
            <a:ext cx="8778240" cy="457200"/>
          </a:xfrm>
          <a:prstGeom prst="rect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778240" cy="411887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778240" cy="6583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778240" cy="6583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778240" cy="45661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778240" cy="567510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778240" cy="65836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778240" cy="65836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778240" cy="65836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778240" cy="65836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778240" cy="65836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778240" cy="531633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778240" cy="548872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