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8778240" cy="658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park_Bl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731520"/>
            <a:ext cx="1828800" cy="1828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286000"/>
            <a:ext cx="78638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Dallas Team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</a:rPr>
              <a:t>Walmart Enterprise Transformation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126480"/>
            <a:ext cx="8778240" cy="4572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64828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8206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10483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8206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1444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82067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18404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8206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104835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82067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14444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