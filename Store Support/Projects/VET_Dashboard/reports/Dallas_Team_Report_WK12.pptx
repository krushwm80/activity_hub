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Dallas Team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9790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4572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0338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29400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