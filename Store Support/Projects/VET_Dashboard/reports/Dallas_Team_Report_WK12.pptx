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8778240" cy="658368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8778240" cy="4731237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8778240" cy="4866579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8778240" cy="658368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8778240" cy="658368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8778240" cy="4310273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8778240" cy="1603211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