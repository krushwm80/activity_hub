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V.E.T. Executive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CC00"/>
                </a:solidFill>
              </a:defRPr>
            </a:pPr>
            <a:r>
              <a:t>Walmart Enterprise Transformation - WK09, WK10, WK11, WK12, WK13, WK15, WK16, WK17, WK18, WK19, WK20, WK21, WK22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457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Mkt Scale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1521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139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154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184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199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Mkt Scale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1527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Authentication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163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178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193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Pending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1440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175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Pending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Roll/Deploy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1601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POS Modernization 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Store Network Upgrade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142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172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187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Roll/Deploy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Test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1659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Mobile App Stability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Backend API Migration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151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166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181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Test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E-Commerce Platform 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V.E.T. Executive Report | Data Source: wmt-assetprotection-prod.Store_Support_Dev | Generated: March 30,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Complete Initiative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lnSpc>
                <a:spcPct val="180000"/>
              </a:lnSpc>
              <a:defRPr sz="1400">
                <a:solidFill>
                  <a:srgbClr val="212121"/>
                </a:solidFill>
              </a:defRPr>
            </a:pPr>
            <a:r>
              <a:t>Total Initiatives: 49</a:t>
            </a:r>
            <a:br/>
            <a:r>
              <a:t>Total Stores Impacted: 7,748</a:t>
            </a:r>
            <a:br/>
            <a:r>
              <a:t>On Track: 44</a:t>
            </a:r>
            <a:br/>
            <a:r>
              <a:t>At Risk: 5</a:t>
            </a:r>
            <a:br/>
            <a:r>
              <a:t>Off Track: 0</a:t>
            </a:r>
            <a:br/>
            <a:br/>
            <a:r>
              <a:t>Key Insights:</a:t>
            </a:r>
            <a:br/>
            <a:r>
              <a:t>• 89.8% of initiatives are on track</a:t>
            </a:r>
            <a:br/>
            <a:r>
              <a:t>• 10.2% of initiatives are at risk</a:t>
            </a:r>
            <a:br/>
            <a:r>
              <a:t>• 0.0% of initiatives are off track</a:t>
            </a:r>
            <a:br/>
            <a:r>
              <a:t>• Average stores per initiative: 158</a:t>
            </a:r>
            <a:br/>
            <a:r>
              <a:t> 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Report Generated: March 30, 2026 at 08:27 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