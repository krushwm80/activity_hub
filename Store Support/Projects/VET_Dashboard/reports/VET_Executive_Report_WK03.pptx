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9548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4986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2685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