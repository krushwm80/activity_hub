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77824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37708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44986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2685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