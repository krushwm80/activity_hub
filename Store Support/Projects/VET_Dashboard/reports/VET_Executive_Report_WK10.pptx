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877824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7863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V.E.T. Executive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Walmart Enterprise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8778240" cy="4572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4491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11415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2994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41468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28002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