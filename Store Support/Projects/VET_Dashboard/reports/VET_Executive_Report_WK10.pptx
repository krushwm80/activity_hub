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7863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V.E.T. Executive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</a:rPr>
              <a:t>Walmart Enterprise Transformation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8778240" cy="4572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49389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14154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59080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20627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5814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5271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1543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