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4916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1415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2994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1468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28002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