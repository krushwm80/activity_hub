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77824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412480" cy="44143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412480" cy="2067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412480" cy="57512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412480" cy="35319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412480" cy="21567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8412480" cy="1219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