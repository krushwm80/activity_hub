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8778240" cy="658368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82880"/>
            <a:ext cx="8412480" cy="3865441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82880"/>
            <a:ext cx="8412480" cy="4041027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82880"/>
            <a:ext cx="8412480" cy="442057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82880"/>
            <a:ext cx="8412480" cy="480011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82880"/>
            <a:ext cx="8412480" cy="404102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82880"/>
            <a:ext cx="8412480" cy="4420571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