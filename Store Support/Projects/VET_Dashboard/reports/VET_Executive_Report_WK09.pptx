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508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048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444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8404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0483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444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