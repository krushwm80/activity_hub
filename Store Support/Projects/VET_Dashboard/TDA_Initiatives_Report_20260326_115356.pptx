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TDA Initiatives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CC00"/>
                </a:solidFill>
              </a:defRPr>
            </a:pPr>
            <a:r>
              <a:t>Executive Dashboard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Complete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Intake Hub Feedback &amp; Updates - Do Not Archive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Mkt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Sporting Goods D9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(1/7)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3rd Party Cut Fruit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 - Bay 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 - Lockerless Check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ACC: Discontinuing Vacuum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ACC: Predictive Wait Time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 Labor Test 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Breakroom Reinvention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Claims Receiving and Grading Returns in Bins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(2/7)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D46 Cosmetics Clearance Fixture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Delivery Notifications – KDP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Receiving in MyWalmart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DSD: Alive by 5 \| Mondelez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Deli MDs- Shrink Reduction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Dunkin Donut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Enterprise Safety - Safety Radar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Enterprise Safety Hazard Hunt 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(3/7)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Entertainment Security Cage Aisle 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Fashion Beacon Safety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Fashion Legacy Elevation - POC and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Field Password Modernization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Firefly - Cut Fruit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Firefly - Pallet Tracking - Wrong Pallet Wrong Sto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Firefly - RDC Case Tagging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Food Safety SPARK Checklist Enhancement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(4/7)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Fresh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Fresh RFID Enabled CVP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GTA: Physical Time Clock Replacement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Gatik Autonomous Box Truck Pilot – Lancaster PDC 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High Ticket Receiving Simplification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Home/Baby Vignette Ops Transition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Lawn &amp; Garden Aisle 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Men's Fashion Large Capacity Table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(5/7)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Modular Health CV/AR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Moving Store Return Restocking to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My Team’s Time - Manager Experience on my.walmart.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Navilens - Wayfinding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Paystub printer replacement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Phone Number Capture on Staffed Lanes - CoSTL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Plastic Bag Recycling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Hardware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(6/7)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Home Departments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Toys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SWAS Planning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Sidekick Vizpick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Tire Increased Delivery Frequency and Receiving 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Top Stock Cart Improvements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Transactability: Beginning of Life (BOL)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VizPick Annual Inventory - OH Adjustments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(7/7)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VizPick Annual Inventory - Pre-count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Warehouse Claims: Damages - Receiving in MyWalmart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Warehouse Steel Puller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We Care Customer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Wearable Tech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WebEx Cloud PBX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Pending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ACC: Digitizing Slots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Checkout Anywhere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DSD: CSD Topstock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Project Retro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Lawn &amp; Garden D16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Second Shift BOS Enhancements: Intraday Restocking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Smart Deferred Auth for Walmart Stores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Stocking Operating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Pending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Vendor Claims in Claims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(1/3)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Battery Transport Cart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Body Worn Cameras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COSTL Staff Lane Registers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DSD: Mondelez Cart Rollout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Dept 12: FormulaPro Paint Upgrade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Digital Shelf Label (DSL) -- GEN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Digital Shelf Label (DSL) -- GEN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Digitizing Lock Solutions - Phase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Digitizing Lock Solutions - 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Firefly - Pallet Tracking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MyWalmart 2.0 Proof of Concept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Sidekick 3rd Shift (D1/SC)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Sidekick Pallet Stocking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Spill Station Reform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Temporary Labor in Stores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Walmart Milk Plant - Georgia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Walmart Milk Plant Texas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Test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BagMo - Bag Holder Riser and Bag Rack Increase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Delivery Notifications – Pepsi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Priority Pass - Frito 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Priority Pass – Pepsi Beverage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DSD: Priority Pass - Original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Dairy Cooler Fixture 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Johnson Controls’ ShopperTrak Traffic Labor Optimi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No Exception Pick Walks 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Test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Phone Number Capture on Staffed 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RDC Pallet Scanning:  Receiving in MyWalmart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Stationery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Workforce Modernization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Complete Initiative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lnSpc>
                <a:spcPct val="180000"/>
              </a:lnSpc>
              <a:defRPr sz="1400">
                <a:solidFill>
                  <a:srgbClr val="212121"/>
                </a:solidFill>
              </a:defRPr>
            </a:pPr>
            <a:r>
              <a:t>Total Initiatives: 94</a:t>
            </a:r>
            <a:br/>
            <a:r>
              <a:t>Total Stores Impacted: 235</a:t>
            </a:r>
            <a:br/>
            <a:r>
              <a:t>On Track: 74</a:t>
            </a:r>
            <a:br/>
            <a:r>
              <a:t>At Risk: 6</a:t>
            </a:r>
            <a:br/>
            <a:r>
              <a:t>Off Track: 8</a:t>
            </a:r>
            <a:br/>
            <a:br/>
            <a:r>
              <a:t>Key Insights:</a:t>
            </a:r>
            <a:br/>
            <a:r>
              <a:t>• 78.7% of initiatives are on track</a:t>
            </a:r>
            <a:br/>
            <a:r>
              <a:t>• 6.4% of initiatives are at risk</a:t>
            </a:r>
            <a:br/>
            <a:r>
              <a:t>• 8.5% of initiatives are off track</a:t>
            </a:r>
            <a:br/>
            <a:r>
              <a:t>• Average stores per initiative: 2</a:t>
            </a:r>
            <a:br/>
            <a:r>
              <a:t>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Report Generated: March 26, 2026 at 11:53 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